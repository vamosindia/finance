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60" r:id="rId3"/>
    <p:sldId id="556" r:id="rId4"/>
    <p:sldId id="279" r:id="rId5"/>
    <p:sldId id="557" r:id="rId6"/>
    <p:sldId id="558" r:id="rId7"/>
    <p:sldId id="281" r:id="rId8"/>
    <p:sldId id="559" r:id="rId9"/>
    <p:sldId id="560" r:id="rId10"/>
    <p:sldId id="263" r:id="rId11"/>
    <p:sldId id="552" r:id="rId12"/>
    <p:sldId id="561" r:id="rId13"/>
    <p:sldId id="563" r:id="rId14"/>
    <p:sldId id="564" r:id="rId15"/>
    <p:sldId id="565" r:id="rId16"/>
    <p:sldId id="566" r:id="rId17"/>
    <p:sldId id="567" r:id="rId18"/>
    <p:sldId id="568" r:id="rId19"/>
    <p:sldId id="569" r:id="rId20"/>
    <p:sldId id="570" r:id="rId21"/>
    <p:sldId id="573" r:id="rId22"/>
    <p:sldId id="572" r:id="rId23"/>
    <p:sldId id="574" r:id="rId24"/>
    <p:sldId id="575" r:id="rId25"/>
    <p:sldId id="576" r:id="rId26"/>
    <p:sldId id="577" r:id="rId27"/>
    <p:sldId id="578" r:id="rId28"/>
    <p:sldId id="579" r:id="rId29"/>
    <p:sldId id="580" r:id="rId30"/>
    <p:sldId id="581" r:id="rId31"/>
    <p:sldId id="582" r:id="rId32"/>
    <p:sldId id="583" r:id="rId33"/>
    <p:sldId id="584" r:id="rId34"/>
    <p:sldId id="585" r:id="rId35"/>
    <p:sldId id="586" r:id="rId36"/>
    <p:sldId id="588" r:id="rId37"/>
    <p:sldId id="590" r:id="rId38"/>
    <p:sldId id="591" r:id="rId39"/>
    <p:sldId id="592" r:id="rId40"/>
    <p:sldId id="593" r:id="rId41"/>
    <p:sldId id="594" r:id="rId42"/>
    <p:sldId id="595" r:id="rId43"/>
    <p:sldId id="596" r:id="rId44"/>
    <p:sldId id="597" r:id="rId45"/>
    <p:sldId id="598" r:id="rId46"/>
    <p:sldId id="606" r:id="rId47"/>
    <p:sldId id="599" r:id="rId48"/>
    <p:sldId id="600" r:id="rId49"/>
    <p:sldId id="601" r:id="rId50"/>
    <p:sldId id="602" r:id="rId51"/>
    <p:sldId id="603" r:id="rId52"/>
    <p:sldId id="589" r:id="rId53"/>
    <p:sldId id="604" r:id="rId54"/>
    <p:sldId id="605" r:id="rId55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A79"/>
    <a:srgbClr val="A37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9AD37-0478-244D-A14B-32B9AB66B4DD}" v="114" dt="2024-02-26T22:09:57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5794"/>
  </p:normalViewPr>
  <p:slideViewPr>
    <p:cSldViewPr snapToGrid="0">
      <p:cViewPr varScale="1">
        <p:scale>
          <a:sx n="106" d="100"/>
          <a:sy n="10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or Szabo" userId="f1a3ec7db790f00b" providerId="LiveId" clId="{D2D9AD37-0478-244D-A14B-32B9AB66B4DD}"/>
    <pc:docChg chg="undo custSel addSld delSld modSld">
      <pc:chgData name="Sandor Szabo" userId="f1a3ec7db790f00b" providerId="LiveId" clId="{D2D9AD37-0478-244D-A14B-32B9AB66B4DD}" dt="2024-02-26T22:14:07.624" v="14980" actId="113"/>
      <pc:docMkLst>
        <pc:docMk/>
      </pc:docMkLst>
      <pc:sldChg chg="modSp mod">
        <pc:chgData name="Sandor Szabo" userId="f1a3ec7db790f00b" providerId="LiveId" clId="{D2D9AD37-0478-244D-A14B-32B9AB66B4DD}" dt="2024-02-25T18:24:30.010" v="1423" actId="20577"/>
        <pc:sldMkLst>
          <pc:docMk/>
          <pc:sldMk cId="2908430364" sldId="256"/>
        </pc:sldMkLst>
        <pc:spChg chg="mod">
          <ac:chgData name="Sandor Szabo" userId="f1a3ec7db790f00b" providerId="LiveId" clId="{D2D9AD37-0478-244D-A14B-32B9AB66B4DD}" dt="2024-02-25T18:24:30.010" v="1423" actId="20577"/>
          <ac:spMkLst>
            <pc:docMk/>
            <pc:sldMk cId="2908430364" sldId="256"/>
            <ac:spMk id="2" creationId="{28772877-1714-E04F-5464-ED0399446DB3}"/>
          </ac:spMkLst>
        </pc:spChg>
      </pc:sldChg>
      <pc:sldChg chg="del">
        <pc:chgData name="Sandor Szabo" userId="f1a3ec7db790f00b" providerId="LiveId" clId="{D2D9AD37-0478-244D-A14B-32B9AB66B4DD}" dt="2024-02-25T15:30:21.231" v="179" actId="2696"/>
        <pc:sldMkLst>
          <pc:docMk/>
          <pc:sldMk cId="2824444570" sldId="262"/>
        </pc:sldMkLst>
      </pc:sldChg>
      <pc:sldChg chg="modSp mod">
        <pc:chgData name="Sandor Szabo" userId="f1a3ec7db790f00b" providerId="LiveId" clId="{D2D9AD37-0478-244D-A14B-32B9AB66B4DD}" dt="2024-02-25T15:43:05.546" v="665" actId="20577"/>
        <pc:sldMkLst>
          <pc:docMk/>
          <pc:sldMk cId="1818765424" sldId="263"/>
        </pc:sldMkLst>
        <pc:spChg chg="mod">
          <ac:chgData name="Sandor Szabo" userId="f1a3ec7db790f00b" providerId="LiveId" clId="{D2D9AD37-0478-244D-A14B-32B9AB66B4DD}" dt="2024-02-25T15:39:19.378" v="373" actId="20577"/>
          <ac:spMkLst>
            <pc:docMk/>
            <pc:sldMk cId="1818765424" sldId="263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5:43:05.546" v="665" actId="20577"/>
          <ac:spMkLst>
            <pc:docMk/>
            <pc:sldMk cId="1818765424" sldId="263"/>
            <ac:spMk id="3" creationId="{8ABDC018-5663-0FEF-CEBB-30EAA3BD08BB}"/>
          </ac:spMkLst>
        </pc:spChg>
      </pc:sldChg>
      <pc:sldChg chg="del">
        <pc:chgData name="Sandor Szabo" userId="f1a3ec7db790f00b" providerId="LiveId" clId="{D2D9AD37-0478-244D-A14B-32B9AB66B4DD}" dt="2024-02-25T15:51:24.144" v="918" actId="2696"/>
        <pc:sldMkLst>
          <pc:docMk/>
          <pc:sldMk cId="525586890" sldId="278"/>
        </pc:sldMkLst>
      </pc:sldChg>
      <pc:sldChg chg="addSp delSp modSp mod">
        <pc:chgData name="Sandor Szabo" userId="f1a3ec7db790f00b" providerId="LiveId" clId="{D2D9AD37-0478-244D-A14B-32B9AB66B4DD}" dt="2024-02-25T15:35:53.176" v="281" actId="1036"/>
        <pc:sldMkLst>
          <pc:docMk/>
          <pc:sldMk cId="3271807290" sldId="279"/>
        </pc:sldMkLst>
        <pc:spChg chg="add del mod">
          <ac:chgData name="Sandor Szabo" userId="f1a3ec7db790f00b" providerId="LiveId" clId="{D2D9AD37-0478-244D-A14B-32B9AB66B4DD}" dt="2024-02-25T15:29:33.919" v="96" actId="478"/>
          <ac:spMkLst>
            <pc:docMk/>
            <pc:sldMk cId="3271807290" sldId="279"/>
            <ac:spMk id="4" creationId="{1EC672AC-DC02-E8DD-F6E7-7A8E4D75C63D}"/>
          </ac:spMkLst>
        </pc:spChg>
        <pc:spChg chg="add del mod">
          <ac:chgData name="Sandor Szabo" userId="f1a3ec7db790f00b" providerId="LiveId" clId="{D2D9AD37-0478-244D-A14B-32B9AB66B4DD}" dt="2024-02-25T15:29:19.155" v="55" actId="478"/>
          <ac:spMkLst>
            <pc:docMk/>
            <pc:sldMk cId="3271807290" sldId="279"/>
            <ac:spMk id="6" creationId="{90F070DD-E853-17CC-5D79-276CDFF37A5F}"/>
          </ac:spMkLst>
        </pc:spChg>
        <pc:spChg chg="add mod">
          <ac:chgData name="Sandor Szabo" userId="f1a3ec7db790f00b" providerId="LiveId" clId="{D2D9AD37-0478-244D-A14B-32B9AB66B4DD}" dt="2024-02-25T15:30:13.578" v="177" actId="20577"/>
          <ac:spMkLst>
            <pc:docMk/>
            <pc:sldMk cId="3271807290" sldId="279"/>
            <ac:spMk id="7" creationId="{591463CC-DC08-FBE5-D6AF-8284B37C3F6D}"/>
          </ac:spMkLst>
        </pc:spChg>
        <pc:spChg chg="del">
          <ac:chgData name="Sandor Szabo" userId="f1a3ec7db790f00b" providerId="LiveId" clId="{D2D9AD37-0478-244D-A14B-32B9AB66B4DD}" dt="2024-02-25T15:29:12.864" v="54" actId="478"/>
          <ac:spMkLst>
            <pc:docMk/>
            <pc:sldMk cId="3271807290" sldId="279"/>
            <ac:spMk id="8" creationId="{A9E00EC4-39CF-05E3-0578-5F0544AD5C8A}"/>
          </ac:spMkLst>
        </pc:spChg>
        <pc:picChg chg="mod">
          <ac:chgData name="Sandor Szabo" userId="f1a3ec7db790f00b" providerId="LiveId" clId="{D2D9AD37-0478-244D-A14B-32B9AB66B4DD}" dt="2024-02-25T15:35:53.176" v="281" actId="1036"/>
          <ac:picMkLst>
            <pc:docMk/>
            <pc:sldMk cId="3271807290" sldId="279"/>
            <ac:picMk id="2050" creationId="{EA418E00-721D-B0E8-3599-1565A01F8FB4}"/>
          </ac:picMkLst>
        </pc:picChg>
      </pc:sldChg>
      <pc:sldChg chg="addSp delSp modSp mod">
        <pc:chgData name="Sandor Szabo" userId="f1a3ec7db790f00b" providerId="LiveId" clId="{D2D9AD37-0478-244D-A14B-32B9AB66B4DD}" dt="2024-02-25T15:32:49.056" v="226" actId="20577"/>
        <pc:sldMkLst>
          <pc:docMk/>
          <pc:sldMk cId="1757827655" sldId="281"/>
        </pc:sldMkLst>
        <pc:spChg chg="add del mod">
          <ac:chgData name="Sandor Szabo" userId="f1a3ec7db790f00b" providerId="LiveId" clId="{D2D9AD37-0478-244D-A14B-32B9AB66B4DD}" dt="2024-02-25T15:30:51.080" v="186" actId="478"/>
          <ac:spMkLst>
            <pc:docMk/>
            <pc:sldMk cId="1757827655" sldId="281"/>
            <ac:spMk id="3" creationId="{083EC5F8-2A6B-E097-B811-824C04C11CF7}"/>
          </ac:spMkLst>
        </pc:spChg>
        <pc:spChg chg="add mod">
          <ac:chgData name="Sandor Szabo" userId="f1a3ec7db790f00b" providerId="LiveId" clId="{D2D9AD37-0478-244D-A14B-32B9AB66B4DD}" dt="2024-02-25T15:32:49.056" v="226" actId="20577"/>
          <ac:spMkLst>
            <pc:docMk/>
            <pc:sldMk cId="1757827655" sldId="281"/>
            <ac:spMk id="4" creationId="{34C403F5-7322-2A43-AF60-BF6DED482700}"/>
          </ac:spMkLst>
        </pc:spChg>
        <pc:spChg chg="del">
          <ac:chgData name="Sandor Szabo" userId="f1a3ec7db790f00b" providerId="LiveId" clId="{D2D9AD37-0478-244D-A14B-32B9AB66B4DD}" dt="2024-02-25T15:30:48.644" v="185" actId="478"/>
          <ac:spMkLst>
            <pc:docMk/>
            <pc:sldMk cId="1757827655" sldId="281"/>
            <ac:spMk id="5" creationId="{28D5A784-7455-002F-8D75-B1EBD1EDE016}"/>
          </ac:spMkLst>
        </pc:spChg>
        <pc:spChg chg="add del">
          <ac:chgData name="Sandor Szabo" userId="f1a3ec7db790f00b" providerId="LiveId" clId="{D2D9AD37-0478-244D-A14B-32B9AB66B4DD}" dt="2024-02-25T15:31:34.535" v="191" actId="478"/>
          <ac:spMkLst>
            <pc:docMk/>
            <pc:sldMk cId="1757827655" sldId="281"/>
            <ac:spMk id="8" creationId="{578C2549-4C0D-0EEF-D72F-B501D3272988}"/>
          </ac:spMkLst>
        </pc:spChg>
        <pc:spChg chg="add mod">
          <ac:chgData name="Sandor Szabo" userId="f1a3ec7db790f00b" providerId="LiveId" clId="{D2D9AD37-0478-244D-A14B-32B9AB66B4DD}" dt="2024-02-25T15:31:46.615" v="192"/>
          <ac:spMkLst>
            <pc:docMk/>
            <pc:sldMk cId="1757827655" sldId="281"/>
            <ac:spMk id="9" creationId="{4EAB0FAF-CCC4-1857-2423-9E06F7B94662}"/>
          </ac:spMkLst>
        </pc:spChg>
        <pc:picChg chg="add mod">
          <ac:chgData name="Sandor Szabo" userId="f1a3ec7db790f00b" providerId="LiveId" clId="{D2D9AD37-0478-244D-A14B-32B9AB66B4DD}" dt="2024-02-25T15:31:11.371" v="189"/>
          <ac:picMkLst>
            <pc:docMk/>
            <pc:sldMk cId="1757827655" sldId="281"/>
            <ac:picMk id="6" creationId="{DC09E9FF-A434-48BF-1378-D57DCB1A2C5D}"/>
          </ac:picMkLst>
        </pc:picChg>
        <pc:picChg chg="mod">
          <ac:chgData name="Sandor Szabo" userId="f1a3ec7db790f00b" providerId="LiveId" clId="{D2D9AD37-0478-244D-A14B-32B9AB66B4DD}" dt="2024-02-25T15:32:09.738" v="196" actId="14100"/>
          <ac:picMkLst>
            <pc:docMk/>
            <pc:sldMk cId="1757827655" sldId="281"/>
            <ac:picMk id="4098" creationId="{88FB5897-A85F-14CD-EA10-C75206388196}"/>
          </ac:picMkLst>
        </pc:picChg>
      </pc:sldChg>
      <pc:sldChg chg="addSp delSp modSp del mod">
        <pc:chgData name="Sandor Szabo" userId="f1a3ec7db790f00b" providerId="LiveId" clId="{D2D9AD37-0478-244D-A14B-32B9AB66B4DD}" dt="2024-02-25T15:36:14.440" v="312" actId="2696"/>
        <pc:sldMkLst>
          <pc:docMk/>
          <pc:sldMk cId="3476459591" sldId="282"/>
        </pc:sldMkLst>
        <pc:spChg chg="add del mod">
          <ac:chgData name="Sandor Szabo" userId="f1a3ec7db790f00b" providerId="LiveId" clId="{D2D9AD37-0478-244D-A14B-32B9AB66B4DD}" dt="2024-02-25T15:32:57.788" v="228" actId="478"/>
          <ac:spMkLst>
            <pc:docMk/>
            <pc:sldMk cId="3476459591" sldId="282"/>
            <ac:spMk id="4" creationId="{FBA260AB-98D9-0FAD-D51F-AB08A135743A}"/>
          </ac:spMkLst>
        </pc:spChg>
        <pc:spChg chg="del">
          <ac:chgData name="Sandor Szabo" userId="f1a3ec7db790f00b" providerId="LiveId" clId="{D2D9AD37-0478-244D-A14B-32B9AB66B4DD}" dt="2024-02-25T15:32:55.912" v="227" actId="478"/>
          <ac:spMkLst>
            <pc:docMk/>
            <pc:sldMk cId="3476459591" sldId="282"/>
            <ac:spMk id="8" creationId="{4FD4326C-CEB1-6FD3-370F-8784788D6753}"/>
          </ac:spMkLst>
        </pc:spChg>
      </pc:sldChg>
      <pc:sldChg chg="del">
        <pc:chgData name="Sandor Szabo" userId="f1a3ec7db790f00b" providerId="LiveId" clId="{D2D9AD37-0478-244D-A14B-32B9AB66B4DD}" dt="2024-02-25T15:36:12.586" v="311" actId="2696"/>
        <pc:sldMkLst>
          <pc:docMk/>
          <pc:sldMk cId="1551816713" sldId="283"/>
        </pc:sldMkLst>
      </pc:sldChg>
      <pc:sldChg chg="del">
        <pc:chgData name="Sandor Szabo" userId="f1a3ec7db790f00b" providerId="LiveId" clId="{D2D9AD37-0478-244D-A14B-32B9AB66B4DD}" dt="2024-02-25T15:51:24.180" v="919" actId="2696"/>
        <pc:sldMkLst>
          <pc:docMk/>
          <pc:sldMk cId="268839529" sldId="550"/>
        </pc:sldMkLst>
      </pc:sldChg>
      <pc:sldChg chg="del">
        <pc:chgData name="Sandor Szabo" userId="f1a3ec7db790f00b" providerId="LiveId" clId="{D2D9AD37-0478-244D-A14B-32B9AB66B4DD}" dt="2024-02-25T15:51:24.196" v="920" actId="2696"/>
        <pc:sldMkLst>
          <pc:docMk/>
          <pc:sldMk cId="901850486" sldId="551"/>
        </pc:sldMkLst>
      </pc:sldChg>
      <pc:sldChg chg="modSp mod">
        <pc:chgData name="Sandor Szabo" userId="f1a3ec7db790f00b" providerId="LiveId" clId="{D2D9AD37-0478-244D-A14B-32B9AB66B4DD}" dt="2024-02-26T22:07:31.393" v="14926" actId="20577"/>
        <pc:sldMkLst>
          <pc:docMk/>
          <pc:sldMk cId="242934325" sldId="552"/>
        </pc:sldMkLst>
        <pc:spChg chg="mod">
          <ac:chgData name="Sandor Szabo" userId="f1a3ec7db790f00b" providerId="LiveId" clId="{D2D9AD37-0478-244D-A14B-32B9AB66B4DD}" dt="2024-02-26T22:07:26.038" v="14925" actId="20577"/>
          <ac:spMkLst>
            <pc:docMk/>
            <pc:sldMk cId="242934325" sldId="552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6T22:07:31.393" v="14926" actId="20577"/>
          <ac:spMkLst>
            <pc:docMk/>
            <pc:sldMk cId="242934325" sldId="552"/>
            <ac:spMk id="3" creationId="{8ABDC018-5663-0FEF-CEBB-30EAA3BD08BB}"/>
          </ac:spMkLst>
        </pc:spChg>
      </pc:sldChg>
      <pc:sldChg chg="del">
        <pc:chgData name="Sandor Szabo" userId="f1a3ec7db790f00b" providerId="LiveId" clId="{D2D9AD37-0478-244D-A14B-32B9AB66B4DD}" dt="2024-02-25T15:51:24.226" v="921" actId="2696"/>
        <pc:sldMkLst>
          <pc:docMk/>
          <pc:sldMk cId="2081987314" sldId="553"/>
        </pc:sldMkLst>
      </pc:sldChg>
      <pc:sldChg chg="del">
        <pc:chgData name="Sandor Szabo" userId="f1a3ec7db790f00b" providerId="LiveId" clId="{D2D9AD37-0478-244D-A14B-32B9AB66B4DD}" dt="2024-02-25T15:30:16.945" v="178" actId="2696"/>
        <pc:sldMkLst>
          <pc:docMk/>
          <pc:sldMk cId="3506372151" sldId="555"/>
        </pc:sldMkLst>
      </pc:sldChg>
      <pc:sldChg chg="addSp delSp modSp mod">
        <pc:chgData name="Sandor Szabo" userId="f1a3ec7db790f00b" providerId="LiveId" clId="{D2D9AD37-0478-244D-A14B-32B9AB66B4DD}" dt="2024-02-25T15:35:59.063" v="296" actId="1036"/>
        <pc:sldMkLst>
          <pc:docMk/>
          <pc:sldMk cId="2703858565" sldId="557"/>
        </pc:sldMkLst>
        <pc:spChg chg="add del mod">
          <ac:chgData name="Sandor Szabo" userId="f1a3ec7db790f00b" providerId="LiveId" clId="{D2D9AD37-0478-244D-A14B-32B9AB66B4DD}" dt="2024-02-25T15:30:30.265" v="181" actId="478"/>
          <ac:spMkLst>
            <pc:docMk/>
            <pc:sldMk cId="2703858565" sldId="557"/>
            <ac:spMk id="6" creationId="{D995CA44-17EA-FA13-834B-680D5B97DB2B}"/>
          </ac:spMkLst>
        </pc:spChg>
        <pc:spChg chg="add mod">
          <ac:chgData name="Sandor Szabo" userId="f1a3ec7db790f00b" providerId="LiveId" clId="{D2D9AD37-0478-244D-A14B-32B9AB66B4DD}" dt="2024-02-25T15:30:37.282" v="182"/>
          <ac:spMkLst>
            <pc:docMk/>
            <pc:sldMk cId="2703858565" sldId="557"/>
            <ac:spMk id="7" creationId="{C67ACCA0-2248-A230-2FC0-178E0DF3EC12}"/>
          </ac:spMkLst>
        </pc:spChg>
        <pc:spChg chg="del">
          <ac:chgData name="Sandor Szabo" userId="f1a3ec7db790f00b" providerId="LiveId" clId="{D2D9AD37-0478-244D-A14B-32B9AB66B4DD}" dt="2024-02-25T15:30:28.084" v="180" actId="478"/>
          <ac:spMkLst>
            <pc:docMk/>
            <pc:sldMk cId="2703858565" sldId="557"/>
            <ac:spMk id="8" creationId="{9724621D-CF7B-34FE-0E34-02BE7A1604E4}"/>
          </ac:spMkLst>
        </pc:spChg>
        <pc:picChg chg="mod">
          <ac:chgData name="Sandor Szabo" userId="f1a3ec7db790f00b" providerId="LiveId" clId="{D2D9AD37-0478-244D-A14B-32B9AB66B4DD}" dt="2024-02-25T15:35:59.063" v="296" actId="1036"/>
          <ac:picMkLst>
            <pc:docMk/>
            <pc:sldMk cId="2703858565" sldId="557"/>
            <ac:picMk id="5" creationId="{4E8866E6-43C3-AE4A-1A3E-AACB1D31C612}"/>
          </ac:picMkLst>
        </pc:picChg>
      </pc:sldChg>
      <pc:sldChg chg="addSp delSp modSp mod">
        <pc:chgData name="Sandor Szabo" userId="f1a3ec7db790f00b" providerId="LiveId" clId="{D2D9AD37-0478-244D-A14B-32B9AB66B4DD}" dt="2024-02-25T15:36:05.447" v="310" actId="1036"/>
        <pc:sldMkLst>
          <pc:docMk/>
          <pc:sldMk cId="2500988012" sldId="558"/>
        </pc:sldMkLst>
        <pc:spChg chg="add del mod">
          <ac:chgData name="Sandor Szabo" userId="f1a3ec7db790f00b" providerId="LiveId" clId="{D2D9AD37-0478-244D-A14B-32B9AB66B4DD}" dt="2024-02-25T15:30:42.984" v="184" actId="478"/>
          <ac:spMkLst>
            <pc:docMk/>
            <pc:sldMk cId="2500988012" sldId="558"/>
            <ac:spMk id="6" creationId="{E5A52964-ED24-2D05-7BFF-D2353C4614E2}"/>
          </ac:spMkLst>
        </pc:spChg>
        <pc:spChg chg="add mod">
          <ac:chgData name="Sandor Szabo" userId="f1a3ec7db790f00b" providerId="LiveId" clId="{D2D9AD37-0478-244D-A14B-32B9AB66B4DD}" dt="2024-02-25T15:30:59.939" v="187"/>
          <ac:spMkLst>
            <pc:docMk/>
            <pc:sldMk cId="2500988012" sldId="558"/>
            <ac:spMk id="7" creationId="{0DDB93B6-0557-68EC-90FC-3E6890178B76}"/>
          </ac:spMkLst>
        </pc:spChg>
        <pc:spChg chg="del">
          <ac:chgData name="Sandor Szabo" userId="f1a3ec7db790f00b" providerId="LiveId" clId="{D2D9AD37-0478-244D-A14B-32B9AB66B4DD}" dt="2024-02-25T15:30:41.401" v="183" actId="478"/>
          <ac:spMkLst>
            <pc:docMk/>
            <pc:sldMk cId="2500988012" sldId="558"/>
            <ac:spMk id="8" creationId="{AA670125-BA31-7C56-D260-765348A08854}"/>
          </ac:spMkLst>
        </pc:spChg>
        <pc:picChg chg="mod">
          <ac:chgData name="Sandor Szabo" userId="f1a3ec7db790f00b" providerId="LiveId" clId="{D2D9AD37-0478-244D-A14B-32B9AB66B4DD}" dt="2024-02-25T15:36:05.447" v="310" actId="1036"/>
          <ac:picMkLst>
            <pc:docMk/>
            <pc:sldMk cId="2500988012" sldId="558"/>
            <ac:picMk id="4" creationId="{ABC8953D-104A-CC60-071F-08E84CD2EE76}"/>
          </ac:picMkLst>
        </pc:picChg>
      </pc:sldChg>
      <pc:sldChg chg="addSp delSp modSp add mod">
        <pc:chgData name="Sandor Szabo" userId="f1a3ec7db790f00b" providerId="LiveId" clId="{D2D9AD37-0478-244D-A14B-32B9AB66B4DD}" dt="2024-02-25T15:35:09" v="254" actId="1036"/>
        <pc:sldMkLst>
          <pc:docMk/>
          <pc:sldMk cId="3690105843" sldId="559"/>
        </pc:sldMkLst>
        <pc:picChg chg="add mod modCrop">
          <ac:chgData name="Sandor Szabo" userId="f1a3ec7db790f00b" providerId="LiveId" clId="{D2D9AD37-0478-244D-A14B-32B9AB66B4DD}" dt="2024-02-25T15:35:09" v="254" actId="1036"/>
          <ac:picMkLst>
            <pc:docMk/>
            <pc:sldMk cId="3690105843" sldId="559"/>
            <ac:picMk id="2" creationId="{F3BBD5C5-3218-8F23-6C59-F62BF7711029}"/>
          </ac:picMkLst>
        </pc:picChg>
        <pc:picChg chg="del">
          <ac:chgData name="Sandor Szabo" userId="f1a3ec7db790f00b" providerId="LiveId" clId="{D2D9AD37-0478-244D-A14B-32B9AB66B4DD}" dt="2024-02-25T15:33:35.915" v="231" actId="478"/>
          <ac:picMkLst>
            <pc:docMk/>
            <pc:sldMk cId="3690105843" sldId="559"/>
            <ac:picMk id="4098" creationId="{88FB5897-A85F-14CD-EA10-C75206388196}"/>
          </ac:picMkLst>
        </pc:picChg>
      </pc:sldChg>
      <pc:sldChg chg="addSp delSp modSp add del mod">
        <pc:chgData name="Sandor Szabo" userId="f1a3ec7db790f00b" providerId="LiveId" clId="{D2D9AD37-0478-244D-A14B-32B9AB66B4DD}" dt="2024-02-25T15:35:44.367" v="272" actId="14100"/>
        <pc:sldMkLst>
          <pc:docMk/>
          <pc:sldMk cId="3902374351" sldId="560"/>
        </pc:sldMkLst>
        <pc:picChg chg="add mod">
          <ac:chgData name="Sandor Szabo" userId="f1a3ec7db790f00b" providerId="LiveId" clId="{D2D9AD37-0478-244D-A14B-32B9AB66B4DD}" dt="2024-02-25T15:35:44.367" v="272" actId="14100"/>
          <ac:picMkLst>
            <pc:docMk/>
            <pc:sldMk cId="3902374351" sldId="560"/>
            <ac:picMk id="2" creationId="{BC8F7010-90A7-31BE-8BD3-BC2155763DFD}"/>
          </ac:picMkLst>
        </pc:picChg>
        <pc:picChg chg="del">
          <ac:chgData name="Sandor Szabo" userId="f1a3ec7db790f00b" providerId="LiveId" clId="{D2D9AD37-0478-244D-A14B-32B9AB66B4DD}" dt="2024-02-25T15:33:49.347" v="235" actId="478"/>
          <ac:picMkLst>
            <pc:docMk/>
            <pc:sldMk cId="3902374351" sldId="560"/>
            <ac:picMk id="4098" creationId="{88FB5897-A85F-14CD-EA10-C75206388196}"/>
          </ac:picMkLst>
        </pc:picChg>
      </pc:sldChg>
      <pc:sldChg chg="modSp add mod">
        <pc:chgData name="Sandor Szabo" userId="f1a3ec7db790f00b" providerId="LiveId" clId="{D2D9AD37-0478-244D-A14B-32B9AB66B4DD}" dt="2024-02-25T18:40:47.118" v="2516" actId="20577"/>
        <pc:sldMkLst>
          <pc:docMk/>
          <pc:sldMk cId="2747527048" sldId="561"/>
        </pc:sldMkLst>
        <pc:spChg chg="mod">
          <ac:chgData name="Sandor Szabo" userId="f1a3ec7db790f00b" providerId="LiveId" clId="{D2D9AD37-0478-244D-A14B-32B9AB66B4DD}" dt="2024-02-25T18:40:47.118" v="2516" actId="20577"/>
          <ac:spMkLst>
            <pc:docMk/>
            <pc:sldMk cId="2747527048" sldId="561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5:59:16.656" v="1394" actId="20577"/>
          <ac:spMkLst>
            <pc:docMk/>
            <pc:sldMk cId="2747527048" sldId="561"/>
            <ac:spMk id="3" creationId="{8ABDC018-5663-0FEF-CEBB-30EAA3BD08BB}"/>
          </ac:spMkLst>
        </pc:spChg>
      </pc:sldChg>
      <pc:sldChg chg="modSp add del mod">
        <pc:chgData name="Sandor Szabo" userId="f1a3ec7db790f00b" providerId="LiveId" clId="{D2D9AD37-0478-244D-A14B-32B9AB66B4DD}" dt="2024-02-26T22:07:52.792" v="14927" actId="2696"/>
        <pc:sldMkLst>
          <pc:docMk/>
          <pc:sldMk cId="2134169765" sldId="562"/>
        </pc:sldMkLst>
        <pc:spChg chg="mod">
          <ac:chgData name="Sandor Szabo" userId="f1a3ec7db790f00b" providerId="LiveId" clId="{D2D9AD37-0478-244D-A14B-32B9AB66B4DD}" dt="2024-02-25T18:40:40.206" v="2508" actId="20577"/>
          <ac:spMkLst>
            <pc:docMk/>
            <pc:sldMk cId="2134169765" sldId="562"/>
            <ac:spMk id="2" creationId="{15ACA1BE-D9AA-9E4B-1EC7-85DA31CA5642}"/>
          </ac:spMkLst>
        </pc:spChg>
      </pc:sldChg>
      <pc:sldChg chg="addSp modSp add mod">
        <pc:chgData name="Sandor Szabo" userId="f1a3ec7db790f00b" providerId="LiveId" clId="{D2D9AD37-0478-244D-A14B-32B9AB66B4DD}" dt="2024-02-26T19:34:40.466" v="7715" actId="20577"/>
        <pc:sldMkLst>
          <pc:docMk/>
          <pc:sldMk cId="1398206318" sldId="563"/>
        </pc:sldMkLst>
        <pc:spChg chg="mod">
          <ac:chgData name="Sandor Szabo" userId="f1a3ec7db790f00b" providerId="LiveId" clId="{D2D9AD37-0478-244D-A14B-32B9AB66B4DD}" dt="2024-02-25T18:40:32.470" v="2500" actId="20577"/>
          <ac:spMkLst>
            <pc:docMk/>
            <pc:sldMk cId="1398206318" sldId="563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6T19:34:40.466" v="7715" actId="20577"/>
          <ac:spMkLst>
            <pc:docMk/>
            <pc:sldMk cId="1398206318" sldId="563"/>
            <ac:spMk id="3" creationId="{8ABDC018-5663-0FEF-CEBB-30EAA3BD08BB}"/>
          </ac:spMkLst>
        </pc:spChg>
        <pc:spChg chg="add mod">
          <ac:chgData name="Sandor Szabo" userId="f1a3ec7db790f00b" providerId="LiveId" clId="{D2D9AD37-0478-244D-A14B-32B9AB66B4DD}" dt="2024-02-25T18:29:29.880" v="1707" actId="14100"/>
          <ac:spMkLst>
            <pc:docMk/>
            <pc:sldMk cId="1398206318" sldId="563"/>
            <ac:spMk id="4" creationId="{DB3A4159-0E24-8872-5F5B-D73EB8FA71AF}"/>
          </ac:spMkLst>
        </pc:spChg>
      </pc:sldChg>
      <pc:sldChg chg="modSp add mod">
        <pc:chgData name="Sandor Szabo" userId="f1a3ec7db790f00b" providerId="LiveId" clId="{D2D9AD37-0478-244D-A14B-32B9AB66B4DD}" dt="2024-02-25T18:40:22.311" v="2489" actId="20577"/>
        <pc:sldMkLst>
          <pc:docMk/>
          <pc:sldMk cId="2850265084" sldId="564"/>
        </pc:sldMkLst>
        <pc:spChg chg="mod">
          <ac:chgData name="Sandor Szabo" userId="f1a3ec7db790f00b" providerId="LiveId" clId="{D2D9AD37-0478-244D-A14B-32B9AB66B4DD}" dt="2024-02-25T18:40:22.311" v="2489" actId="20577"/>
          <ac:spMkLst>
            <pc:docMk/>
            <pc:sldMk cId="2850265084" sldId="564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8:33:11.809" v="1891" actId="20577"/>
          <ac:spMkLst>
            <pc:docMk/>
            <pc:sldMk cId="2850265084" sldId="564"/>
            <ac:spMk id="3" creationId="{8ABDC018-5663-0FEF-CEBB-30EAA3BD08BB}"/>
          </ac:spMkLst>
        </pc:spChg>
      </pc:sldChg>
      <pc:sldChg chg="modSp add mod">
        <pc:chgData name="Sandor Szabo" userId="f1a3ec7db790f00b" providerId="LiveId" clId="{D2D9AD37-0478-244D-A14B-32B9AB66B4DD}" dt="2024-02-26T19:34:57.609" v="7741" actId="20577"/>
        <pc:sldMkLst>
          <pc:docMk/>
          <pc:sldMk cId="2224090414" sldId="565"/>
        </pc:sldMkLst>
        <pc:spChg chg="mod">
          <ac:chgData name="Sandor Szabo" userId="f1a3ec7db790f00b" providerId="LiveId" clId="{D2D9AD37-0478-244D-A14B-32B9AB66B4DD}" dt="2024-02-26T19:34:57.609" v="7741" actId="20577"/>
          <ac:spMkLst>
            <pc:docMk/>
            <pc:sldMk cId="2224090414" sldId="565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8:39:30.971" v="2455" actId="20577"/>
          <ac:spMkLst>
            <pc:docMk/>
            <pc:sldMk cId="2224090414" sldId="565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5T18:47:46.612" v="3062" actId="22"/>
        <pc:sldMkLst>
          <pc:docMk/>
          <pc:sldMk cId="966047308" sldId="566"/>
        </pc:sldMkLst>
        <pc:spChg chg="mod">
          <ac:chgData name="Sandor Szabo" userId="f1a3ec7db790f00b" providerId="LiveId" clId="{D2D9AD37-0478-244D-A14B-32B9AB66B4DD}" dt="2024-02-25T18:41:13.031" v="2539" actId="27636"/>
          <ac:spMkLst>
            <pc:docMk/>
            <pc:sldMk cId="966047308" sldId="566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8:47:23.206" v="3060" actId="255"/>
          <ac:spMkLst>
            <pc:docMk/>
            <pc:sldMk cId="966047308" sldId="566"/>
            <ac:spMk id="3" creationId="{8ABDC018-5663-0FEF-CEBB-30EAA3BD08BB}"/>
          </ac:spMkLst>
        </pc:spChg>
        <pc:spChg chg="add del">
          <ac:chgData name="Sandor Szabo" userId="f1a3ec7db790f00b" providerId="LiveId" clId="{D2D9AD37-0478-244D-A14B-32B9AB66B4DD}" dt="2024-02-25T18:47:46.612" v="3062" actId="22"/>
          <ac:spMkLst>
            <pc:docMk/>
            <pc:sldMk cId="966047308" sldId="566"/>
            <ac:spMk id="5" creationId="{02A8EFA2-714E-31BC-AB65-F20429AA23DF}"/>
          </ac:spMkLst>
        </pc:spChg>
      </pc:sldChg>
      <pc:sldChg chg="modSp add mod">
        <pc:chgData name="Sandor Szabo" userId="f1a3ec7db790f00b" providerId="LiveId" clId="{D2D9AD37-0478-244D-A14B-32B9AB66B4DD}" dt="2024-02-25T18:51:32.165" v="3400" actId="20577"/>
        <pc:sldMkLst>
          <pc:docMk/>
          <pc:sldMk cId="3433517661" sldId="567"/>
        </pc:sldMkLst>
        <pc:spChg chg="mod">
          <ac:chgData name="Sandor Szabo" userId="f1a3ec7db790f00b" providerId="LiveId" clId="{D2D9AD37-0478-244D-A14B-32B9AB66B4DD}" dt="2024-02-25T18:48:08.397" v="3083" actId="20577"/>
          <ac:spMkLst>
            <pc:docMk/>
            <pc:sldMk cId="3433517661" sldId="567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8:51:32.165" v="3400" actId="20577"/>
          <ac:spMkLst>
            <pc:docMk/>
            <pc:sldMk cId="3433517661" sldId="567"/>
            <ac:spMk id="3" creationId="{8ABDC018-5663-0FEF-CEBB-30EAA3BD08BB}"/>
          </ac:spMkLst>
        </pc:spChg>
      </pc:sldChg>
      <pc:sldChg chg="modSp add mod">
        <pc:chgData name="Sandor Szabo" userId="f1a3ec7db790f00b" providerId="LiveId" clId="{D2D9AD37-0478-244D-A14B-32B9AB66B4DD}" dt="2024-02-26T22:08:39.846" v="14933" actId="20577"/>
        <pc:sldMkLst>
          <pc:docMk/>
          <pc:sldMk cId="953159901" sldId="568"/>
        </pc:sldMkLst>
        <pc:spChg chg="mod">
          <ac:chgData name="Sandor Szabo" userId="f1a3ec7db790f00b" providerId="LiveId" clId="{D2D9AD37-0478-244D-A14B-32B9AB66B4DD}" dt="2024-02-25T19:07:07.067" v="3850" actId="20577"/>
          <ac:spMkLst>
            <pc:docMk/>
            <pc:sldMk cId="953159901" sldId="568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6T22:08:39.846" v="14933" actId="20577"/>
          <ac:spMkLst>
            <pc:docMk/>
            <pc:sldMk cId="953159901" sldId="568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5T19:15:29.399" v="4441" actId="20577"/>
        <pc:sldMkLst>
          <pc:docMk/>
          <pc:sldMk cId="1427706346" sldId="569"/>
        </pc:sldMkLst>
        <pc:spChg chg="mod">
          <ac:chgData name="Sandor Szabo" userId="f1a3ec7db790f00b" providerId="LiveId" clId="{D2D9AD37-0478-244D-A14B-32B9AB66B4DD}" dt="2024-02-25T19:09:29.303" v="3893" actId="20577"/>
          <ac:spMkLst>
            <pc:docMk/>
            <pc:sldMk cId="1427706346" sldId="569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15:29.399" v="4441" actId="20577"/>
          <ac:spMkLst>
            <pc:docMk/>
            <pc:sldMk cId="1427706346" sldId="569"/>
            <ac:spMk id="3" creationId="{8ABDC018-5663-0FEF-CEBB-30EAA3BD08BB}"/>
          </ac:spMkLst>
        </pc:spChg>
        <pc:picChg chg="add del mod">
          <ac:chgData name="Sandor Szabo" userId="f1a3ec7db790f00b" providerId="LiveId" clId="{D2D9AD37-0478-244D-A14B-32B9AB66B4DD}" dt="2024-02-25T19:08:28.702" v="3853"/>
          <ac:picMkLst>
            <pc:docMk/>
            <pc:sldMk cId="1427706346" sldId="569"/>
            <ac:picMk id="4" creationId="{80A0EF0F-104E-98D5-01A9-28C3350A7FB3}"/>
          </ac:picMkLst>
        </pc:picChg>
      </pc:sldChg>
      <pc:sldChg chg="modSp add mod">
        <pc:chgData name="Sandor Szabo" userId="f1a3ec7db790f00b" providerId="LiveId" clId="{D2D9AD37-0478-244D-A14B-32B9AB66B4DD}" dt="2024-02-25T19:15:20.262" v="4436" actId="20577"/>
        <pc:sldMkLst>
          <pc:docMk/>
          <pc:sldMk cId="1777220770" sldId="570"/>
        </pc:sldMkLst>
        <pc:spChg chg="mod">
          <ac:chgData name="Sandor Szabo" userId="f1a3ec7db790f00b" providerId="LiveId" clId="{D2D9AD37-0478-244D-A14B-32B9AB66B4DD}" dt="2024-02-25T19:15:20.262" v="4436" actId="20577"/>
          <ac:spMkLst>
            <pc:docMk/>
            <pc:sldMk cId="1777220770" sldId="570"/>
            <ac:spMk id="3" creationId="{8ABDC018-5663-0FEF-CEBB-30EAA3BD08BB}"/>
          </ac:spMkLst>
        </pc:spChg>
      </pc:sldChg>
      <pc:sldChg chg="modSp add del mod">
        <pc:chgData name="Sandor Szabo" userId="f1a3ec7db790f00b" providerId="LiveId" clId="{D2D9AD37-0478-244D-A14B-32B9AB66B4DD}" dt="2024-02-26T22:09:08.254" v="14934" actId="2696"/>
        <pc:sldMkLst>
          <pc:docMk/>
          <pc:sldMk cId="292573140" sldId="571"/>
        </pc:sldMkLst>
        <pc:spChg chg="mod">
          <ac:chgData name="Sandor Szabo" userId="f1a3ec7db790f00b" providerId="LiveId" clId="{D2D9AD37-0478-244D-A14B-32B9AB66B4DD}" dt="2024-02-25T19:39:44.948" v="5181" actId="313"/>
          <ac:spMkLst>
            <pc:docMk/>
            <pc:sldMk cId="292573140" sldId="571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35:01.168" v="5095" actId="20577"/>
          <ac:spMkLst>
            <pc:docMk/>
            <pc:sldMk cId="292573140" sldId="571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5T19:40:24.499" v="5190" actId="14100"/>
        <pc:sldMkLst>
          <pc:docMk/>
          <pc:sldMk cId="2458290361" sldId="572"/>
        </pc:sldMkLst>
        <pc:spChg chg="mod">
          <ac:chgData name="Sandor Szabo" userId="f1a3ec7db790f00b" providerId="LiveId" clId="{D2D9AD37-0478-244D-A14B-32B9AB66B4DD}" dt="2024-02-25T19:39:38.603" v="5180" actId="20577"/>
          <ac:spMkLst>
            <pc:docMk/>
            <pc:sldMk cId="2458290361" sldId="572"/>
            <ac:spMk id="2" creationId="{15ACA1BE-D9AA-9E4B-1EC7-85DA31CA5642}"/>
          </ac:spMkLst>
        </pc:spChg>
        <pc:spChg chg="del">
          <ac:chgData name="Sandor Szabo" userId="f1a3ec7db790f00b" providerId="LiveId" clId="{D2D9AD37-0478-244D-A14B-32B9AB66B4DD}" dt="2024-02-25T19:39:50.946" v="5182" actId="478"/>
          <ac:spMkLst>
            <pc:docMk/>
            <pc:sldMk cId="2458290361" sldId="572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5T19:39:54.545" v="5184" actId="478"/>
          <ac:spMkLst>
            <pc:docMk/>
            <pc:sldMk cId="2458290361" sldId="572"/>
            <ac:spMk id="5" creationId="{BF77F15B-E5CF-5104-3ED6-558C1A28EEEC}"/>
          </ac:spMkLst>
        </pc:spChg>
        <pc:picChg chg="add mod">
          <ac:chgData name="Sandor Szabo" userId="f1a3ec7db790f00b" providerId="LiveId" clId="{D2D9AD37-0478-244D-A14B-32B9AB66B4DD}" dt="2024-02-25T19:40:24.499" v="5190" actId="14100"/>
          <ac:picMkLst>
            <pc:docMk/>
            <pc:sldMk cId="2458290361" sldId="572"/>
            <ac:picMk id="6" creationId="{E3BB1211-AEB6-DE5F-EF2A-B32376B9D06A}"/>
          </ac:picMkLst>
        </pc:picChg>
      </pc:sldChg>
      <pc:sldChg chg="add">
        <pc:chgData name="Sandor Szabo" userId="f1a3ec7db790f00b" providerId="LiveId" clId="{D2D9AD37-0478-244D-A14B-32B9AB66B4DD}" dt="2024-02-25T19:40:43.186" v="5191"/>
        <pc:sldMkLst>
          <pc:docMk/>
          <pc:sldMk cId="731773803" sldId="573"/>
        </pc:sldMkLst>
      </pc:sldChg>
      <pc:sldChg chg="addSp delSp modSp add mod">
        <pc:chgData name="Sandor Szabo" userId="f1a3ec7db790f00b" providerId="LiveId" clId="{D2D9AD37-0478-244D-A14B-32B9AB66B4DD}" dt="2024-02-25T19:42:26.890" v="5233" actId="14100"/>
        <pc:sldMkLst>
          <pc:docMk/>
          <pc:sldMk cId="4097693593" sldId="574"/>
        </pc:sldMkLst>
        <pc:spChg chg="mod">
          <ac:chgData name="Sandor Szabo" userId="f1a3ec7db790f00b" providerId="LiveId" clId="{D2D9AD37-0478-244D-A14B-32B9AB66B4DD}" dt="2024-02-25T19:42:03.661" v="5228" actId="20577"/>
          <ac:spMkLst>
            <pc:docMk/>
            <pc:sldMk cId="4097693593" sldId="574"/>
            <ac:spMk id="2" creationId="{15ACA1BE-D9AA-9E4B-1EC7-85DA31CA5642}"/>
          </ac:spMkLst>
        </pc:spChg>
        <pc:spChg chg="del">
          <ac:chgData name="Sandor Szabo" userId="f1a3ec7db790f00b" providerId="LiveId" clId="{D2D9AD37-0478-244D-A14B-32B9AB66B4DD}" dt="2024-02-25T19:42:16.201" v="5229" actId="478"/>
          <ac:spMkLst>
            <pc:docMk/>
            <pc:sldMk cId="4097693593" sldId="574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5T19:42:19.248" v="5230" actId="478"/>
          <ac:spMkLst>
            <pc:docMk/>
            <pc:sldMk cId="4097693593" sldId="574"/>
            <ac:spMk id="5" creationId="{085BADAA-4000-EE0A-614E-831F62CD5EFB}"/>
          </ac:spMkLst>
        </pc:spChg>
        <pc:picChg chg="add mod">
          <ac:chgData name="Sandor Szabo" userId="f1a3ec7db790f00b" providerId="LiveId" clId="{D2D9AD37-0478-244D-A14B-32B9AB66B4DD}" dt="2024-02-25T19:42:26.890" v="5233" actId="14100"/>
          <ac:picMkLst>
            <pc:docMk/>
            <pc:sldMk cId="4097693593" sldId="574"/>
            <ac:picMk id="6" creationId="{6D267054-7F0C-FD9A-1998-AE02CA8CBF3D}"/>
          </ac:picMkLst>
        </pc:picChg>
      </pc:sldChg>
      <pc:sldChg chg="addSp delSp modSp add mod">
        <pc:chgData name="Sandor Szabo" userId="f1a3ec7db790f00b" providerId="LiveId" clId="{D2D9AD37-0478-244D-A14B-32B9AB66B4DD}" dt="2024-02-25T19:43:43.268" v="5265" actId="14100"/>
        <pc:sldMkLst>
          <pc:docMk/>
          <pc:sldMk cId="4209006585" sldId="575"/>
        </pc:sldMkLst>
        <pc:spChg chg="mod">
          <ac:chgData name="Sandor Szabo" userId="f1a3ec7db790f00b" providerId="LiveId" clId="{D2D9AD37-0478-244D-A14B-32B9AB66B4DD}" dt="2024-02-25T19:43:26.751" v="5261" actId="20577"/>
          <ac:spMkLst>
            <pc:docMk/>
            <pc:sldMk cId="4209006585" sldId="575"/>
            <ac:spMk id="2" creationId="{15ACA1BE-D9AA-9E4B-1EC7-85DA31CA5642}"/>
          </ac:spMkLst>
        </pc:spChg>
        <pc:spChg chg="del">
          <ac:chgData name="Sandor Szabo" userId="f1a3ec7db790f00b" providerId="LiveId" clId="{D2D9AD37-0478-244D-A14B-32B9AB66B4DD}" dt="2024-02-25T19:43:09.403" v="5235" actId="478"/>
          <ac:spMkLst>
            <pc:docMk/>
            <pc:sldMk cId="4209006585" sldId="575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5T19:43:11.661" v="5236" actId="478"/>
          <ac:spMkLst>
            <pc:docMk/>
            <pc:sldMk cId="4209006585" sldId="575"/>
            <ac:spMk id="5" creationId="{2906FD3D-D628-A8CE-44CF-2E0C6DCA6E44}"/>
          </ac:spMkLst>
        </pc:spChg>
        <pc:picChg chg="add mod">
          <ac:chgData name="Sandor Szabo" userId="f1a3ec7db790f00b" providerId="LiveId" clId="{D2D9AD37-0478-244D-A14B-32B9AB66B4DD}" dt="2024-02-25T19:43:43.268" v="5265" actId="14100"/>
          <ac:picMkLst>
            <pc:docMk/>
            <pc:sldMk cId="4209006585" sldId="575"/>
            <ac:picMk id="6" creationId="{14379388-F22C-60BD-4054-1AF731FD7E10}"/>
          </ac:picMkLst>
        </pc:picChg>
      </pc:sldChg>
      <pc:sldChg chg="addSp modSp add mod">
        <pc:chgData name="Sandor Szabo" userId="f1a3ec7db790f00b" providerId="LiveId" clId="{D2D9AD37-0478-244D-A14B-32B9AB66B4DD}" dt="2024-02-25T19:46:35.879" v="5331" actId="313"/>
        <pc:sldMkLst>
          <pc:docMk/>
          <pc:sldMk cId="2061133726" sldId="576"/>
        </pc:sldMkLst>
        <pc:spChg chg="mod">
          <ac:chgData name="Sandor Szabo" userId="f1a3ec7db790f00b" providerId="LiveId" clId="{D2D9AD37-0478-244D-A14B-32B9AB66B4DD}" dt="2024-02-25T19:46:35.879" v="5331" actId="313"/>
          <ac:spMkLst>
            <pc:docMk/>
            <pc:sldMk cId="2061133726" sldId="576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45:58.604" v="5298" actId="20577"/>
          <ac:spMkLst>
            <pc:docMk/>
            <pc:sldMk cId="2061133726" sldId="576"/>
            <ac:spMk id="3" creationId="{8ABDC018-5663-0FEF-CEBB-30EAA3BD08BB}"/>
          </ac:spMkLst>
        </pc:spChg>
        <pc:spChg chg="add mod">
          <ac:chgData name="Sandor Szabo" userId="f1a3ec7db790f00b" providerId="LiveId" clId="{D2D9AD37-0478-244D-A14B-32B9AB66B4DD}" dt="2024-02-25T19:46:10.572" v="5311" actId="1036"/>
          <ac:spMkLst>
            <pc:docMk/>
            <pc:sldMk cId="2061133726" sldId="576"/>
            <ac:spMk id="5" creationId="{0334B548-3FDA-B1DD-D14F-ABEF9502B3DA}"/>
          </ac:spMkLst>
        </pc:spChg>
        <pc:picChg chg="add mod">
          <ac:chgData name="Sandor Szabo" userId="f1a3ec7db790f00b" providerId="LiveId" clId="{D2D9AD37-0478-244D-A14B-32B9AB66B4DD}" dt="2024-02-25T19:44:15.424" v="5267"/>
          <ac:picMkLst>
            <pc:docMk/>
            <pc:sldMk cId="2061133726" sldId="576"/>
            <ac:picMk id="4" creationId="{1CD1B46A-71C2-A5BE-C60A-EC6DB965E7CD}"/>
          </ac:picMkLst>
        </pc:picChg>
      </pc:sldChg>
      <pc:sldChg chg="addSp delSp modSp add mod">
        <pc:chgData name="Sandor Szabo" userId="f1a3ec7db790f00b" providerId="LiveId" clId="{D2D9AD37-0478-244D-A14B-32B9AB66B4DD}" dt="2024-02-25T19:49:16.534" v="5372"/>
        <pc:sldMkLst>
          <pc:docMk/>
          <pc:sldMk cId="3579580741" sldId="577"/>
        </pc:sldMkLst>
        <pc:spChg chg="mod">
          <ac:chgData name="Sandor Szabo" userId="f1a3ec7db790f00b" providerId="LiveId" clId="{D2D9AD37-0478-244D-A14B-32B9AB66B4DD}" dt="2024-02-25T19:47:16.291" v="5359" actId="20577"/>
          <ac:spMkLst>
            <pc:docMk/>
            <pc:sldMk cId="3579580741" sldId="577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47:46.435" v="5366" actId="20577"/>
          <ac:spMkLst>
            <pc:docMk/>
            <pc:sldMk cId="3579580741" sldId="577"/>
            <ac:spMk id="3" creationId="{8ABDC018-5663-0FEF-CEBB-30EAA3BD08BB}"/>
          </ac:spMkLst>
        </pc:spChg>
        <pc:spChg chg="mod">
          <ac:chgData name="Sandor Szabo" userId="f1a3ec7db790f00b" providerId="LiveId" clId="{D2D9AD37-0478-244D-A14B-32B9AB66B4DD}" dt="2024-02-25T19:48:12.182" v="5370" actId="1076"/>
          <ac:spMkLst>
            <pc:docMk/>
            <pc:sldMk cId="3579580741" sldId="577"/>
            <ac:spMk id="5" creationId="{0334B548-3FDA-B1DD-D14F-ABEF9502B3DA}"/>
          </ac:spMkLst>
        </pc:spChg>
        <pc:picChg chg="del">
          <ac:chgData name="Sandor Szabo" userId="f1a3ec7db790f00b" providerId="LiveId" clId="{D2D9AD37-0478-244D-A14B-32B9AB66B4DD}" dt="2024-02-25T19:47:51.332" v="5367" actId="478"/>
          <ac:picMkLst>
            <pc:docMk/>
            <pc:sldMk cId="3579580741" sldId="577"/>
            <ac:picMk id="4" creationId="{1CD1B46A-71C2-A5BE-C60A-EC6DB965E7CD}"/>
          </ac:picMkLst>
        </pc:picChg>
        <pc:picChg chg="add mod">
          <ac:chgData name="Sandor Szabo" userId="f1a3ec7db790f00b" providerId="LiveId" clId="{D2D9AD37-0478-244D-A14B-32B9AB66B4DD}" dt="2024-02-25T19:48:07.906" v="5369" actId="1076"/>
          <ac:picMkLst>
            <pc:docMk/>
            <pc:sldMk cId="3579580741" sldId="577"/>
            <ac:picMk id="6" creationId="{D83CA76C-29BE-AD7E-6558-1B784CD957FF}"/>
          </ac:picMkLst>
        </pc:picChg>
        <pc:picChg chg="add del mod">
          <ac:chgData name="Sandor Szabo" userId="f1a3ec7db790f00b" providerId="LiveId" clId="{D2D9AD37-0478-244D-A14B-32B9AB66B4DD}" dt="2024-02-25T19:49:16.534" v="5372"/>
          <ac:picMkLst>
            <pc:docMk/>
            <pc:sldMk cId="3579580741" sldId="577"/>
            <ac:picMk id="7" creationId="{7E0A5B76-5286-3F25-35C3-D6D5D464D9C5}"/>
          </ac:picMkLst>
        </pc:picChg>
      </pc:sldChg>
      <pc:sldChg chg="addSp delSp modSp add mod">
        <pc:chgData name="Sandor Szabo" userId="f1a3ec7db790f00b" providerId="LiveId" clId="{D2D9AD37-0478-244D-A14B-32B9AB66B4DD}" dt="2024-02-25T19:50:53.921" v="5446" actId="2711"/>
        <pc:sldMkLst>
          <pc:docMk/>
          <pc:sldMk cId="3818104433" sldId="578"/>
        </pc:sldMkLst>
        <pc:spChg chg="mod">
          <ac:chgData name="Sandor Szabo" userId="f1a3ec7db790f00b" providerId="LiveId" clId="{D2D9AD37-0478-244D-A14B-32B9AB66B4DD}" dt="2024-02-25T19:49:53.928" v="5436" actId="20577"/>
          <ac:spMkLst>
            <pc:docMk/>
            <pc:sldMk cId="3818104433" sldId="578"/>
            <ac:spMk id="2" creationId="{15ACA1BE-D9AA-9E4B-1EC7-85DA31CA5642}"/>
          </ac:spMkLst>
        </pc:spChg>
        <pc:spChg chg="del">
          <ac:chgData name="Sandor Szabo" userId="f1a3ec7db790f00b" providerId="LiveId" clId="{D2D9AD37-0478-244D-A14B-32B9AB66B4DD}" dt="2024-02-25T19:49:58.778" v="5437" actId="478"/>
          <ac:spMkLst>
            <pc:docMk/>
            <pc:sldMk cId="3818104433" sldId="578"/>
            <ac:spMk id="3" creationId="{8ABDC018-5663-0FEF-CEBB-30EAA3BD08BB}"/>
          </ac:spMkLst>
        </pc:spChg>
        <pc:spChg chg="del">
          <ac:chgData name="Sandor Szabo" userId="f1a3ec7db790f00b" providerId="LiveId" clId="{D2D9AD37-0478-244D-A14B-32B9AB66B4DD}" dt="2024-02-25T19:50:05.334" v="5441" actId="478"/>
          <ac:spMkLst>
            <pc:docMk/>
            <pc:sldMk cId="3818104433" sldId="578"/>
            <ac:spMk id="5" creationId="{0334B548-3FDA-B1DD-D14F-ABEF9502B3DA}"/>
          </ac:spMkLst>
        </pc:spChg>
        <pc:spChg chg="add del mod">
          <ac:chgData name="Sandor Szabo" userId="f1a3ec7db790f00b" providerId="LiveId" clId="{D2D9AD37-0478-244D-A14B-32B9AB66B4DD}" dt="2024-02-25T19:50:02.118" v="5439" actId="478"/>
          <ac:spMkLst>
            <pc:docMk/>
            <pc:sldMk cId="3818104433" sldId="578"/>
            <ac:spMk id="7" creationId="{2ED8E60B-EC9B-703A-53E8-82EA814BE2AA}"/>
          </ac:spMkLst>
        </pc:spChg>
        <pc:spChg chg="add mod">
          <ac:chgData name="Sandor Szabo" userId="f1a3ec7db790f00b" providerId="LiveId" clId="{D2D9AD37-0478-244D-A14B-32B9AB66B4DD}" dt="2024-02-25T19:50:53.921" v="5446" actId="2711"/>
          <ac:spMkLst>
            <pc:docMk/>
            <pc:sldMk cId="3818104433" sldId="578"/>
            <ac:spMk id="12" creationId="{83D07511-DB17-24D3-92BB-94D020825882}"/>
          </ac:spMkLst>
        </pc:spChg>
        <pc:picChg chg="del">
          <ac:chgData name="Sandor Szabo" userId="f1a3ec7db790f00b" providerId="LiveId" clId="{D2D9AD37-0478-244D-A14B-32B9AB66B4DD}" dt="2024-02-25T19:50:03.078" v="5440" actId="478"/>
          <ac:picMkLst>
            <pc:docMk/>
            <pc:sldMk cId="3818104433" sldId="578"/>
            <ac:picMk id="6" creationId="{D83CA76C-29BE-AD7E-6558-1B784CD957FF}"/>
          </ac:picMkLst>
        </pc:picChg>
        <pc:picChg chg="add mod">
          <ac:chgData name="Sandor Szabo" userId="f1a3ec7db790f00b" providerId="LiveId" clId="{D2D9AD37-0478-244D-A14B-32B9AB66B4DD}" dt="2024-02-25T19:50:37.714" v="5444" actId="14100"/>
          <ac:picMkLst>
            <pc:docMk/>
            <pc:sldMk cId="3818104433" sldId="578"/>
            <ac:picMk id="8" creationId="{B1C6477E-1043-FF24-BA31-17B5B1CA4C45}"/>
          </ac:picMkLst>
        </pc:picChg>
        <pc:picChg chg="add mod">
          <ac:chgData name="Sandor Szabo" userId="f1a3ec7db790f00b" providerId="LiveId" clId="{D2D9AD37-0478-244D-A14B-32B9AB66B4DD}" dt="2024-02-25T19:50:37.714" v="5444" actId="14100"/>
          <ac:picMkLst>
            <pc:docMk/>
            <pc:sldMk cId="3818104433" sldId="578"/>
            <ac:picMk id="9" creationId="{1A154CCA-3815-B5A1-59BF-8704AF4CDB9F}"/>
          </ac:picMkLst>
        </pc:picChg>
      </pc:sldChg>
      <pc:sldChg chg="modSp add mod">
        <pc:chgData name="Sandor Szabo" userId="f1a3ec7db790f00b" providerId="LiveId" clId="{D2D9AD37-0478-244D-A14B-32B9AB66B4DD}" dt="2024-02-25T19:53:55.060" v="5495" actId="113"/>
        <pc:sldMkLst>
          <pc:docMk/>
          <pc:sldMk cId="1827659698" sldId="579"/>
        </pc:sldMkLst>
        <pc:spChg chg="mod">
          <ac:chgData name="Sandor Szabo" userId="f1a3ec7db790f00b" providerId="LiveId" clId="{D2D9AD37-0478-244D-A14B-32B9AB66B4DD}" dt="2024-02-25T19:53:36.634" v="5493" actId="20577"/>
          <ac:spMkLst>
            <pc:docMk/>
            <pc:sldMk cId="1827659698" sldId="579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53:55.060" v="5495" actId="113"/>
          <ac:spMkLst>
            <pc:docMk/>
            <pc:sldMk cId="1827659698" sldId="579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5T19:55:09.073" v="5547" actId="1036"/>
        <pc:sldMkLst>
          <pc:docMk/>
          <pc:sldMk cId="2328280752" sldId="580"/>
        </pc:sldMkLst>
        <pc:spChg chg="mod">
          <ac:chgData name="Sandor Szabo" userId="f1a3ec7db790f00b" providerId="LiveId" clId="{D2D9AD37-0478-244D-A14B-32B9AB66B4DD}" dt="2024-02-25T19:54:56.496" v="5531" actId="27636"/>
          <ac:spMkLst>
            <pc:docMk/>
            <pc:sldMk cId="2328280752" sldId="580"/>
            <ac:spMk id="2" creationId="{15ACA1BE-D9AA-9E4B-1EC7-85DA31CA5642}"/>
          </ac:spMkLst>
        </pc:spChg>
        <pc:spChg chg="del">
          <ac:chgData name="Sandor Szabo" userId="f1a3ec7db790f00b" providerId="LiveId" clId="{D2D9AD37-0478-244D-A14B-32B9AB66B4DD}" dt="2024-02-25T19:54:30.409" v="5497" actId="478"/>
          <ac:spMkLst>
            <pc:docMk/>
            <pc:sldMk cId="2328280752" sldId="580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5T19:54:32.774" v="5498" actId="478"/>
          <ac:spMkLst>
            <pc:docMk/>
            <pc:sldMk cId="2328280752" sldId="580"/>
            <ac:spMk id="5" creationId="{89253FBE-74E3-7AEF-D056-A6A74C841192}"/>
          </ac:spMkLst>
        </pc:spChg>
        <pc:picChg chg="add mod">
          <ac:chgData name="Sandor Szabo" userId="f1a3ec7db790f00b" providerId="LiveId" clId="{D2D9AD37-0478-244D-A14B-32B9AB66B4DD}" dt="2024-02-25T19:55:09.073" v="5547" actId="1036"/>
          <ac:picMkLst>
            <pc:docMk/>
            <pc:sldMk cId="2328280752" sldId="580"/>
            <ac:picMk id="6" creationId="{C9EBB344-9114-3B4F-55C1-BD28A4FBAC15}"/>
          </ac:picMkLst>
        </pc:picChg>
      </pc:sldChg>
      <pc:sldChg chg="addSp modSp add mod">
        <pc:chgData name="Sandor Szabo" userId="f1a3ec7db790f00b" providerId="LiveId" clId="{D2D9AD37-0478-244D-A14B-32B9AB66B4DD}" dt="2024-02-25T20:00:16.172" v="5641" actId="14100"/>
        <pc:sldMkLst>
          <pc:docMk/>
          <pc:sldMk cId="1007572756" sldId="581"/>
        </pc:sldMkLst>
        <pc:spChg chg="mod">
          <ac:chgData name="Sandor Szabo" userId="f1a3ec7db790f00b" providerId="LiveId" clId="{D2D9AD37-0478-244D-A14B-32B9AB66B4DD}" dt="2024-02-25T19:57:40.565" v="5591" actId="20577"/>
          <ac:spMkLst>
            <pc:docMk/>
            <pc:sldMk cId="1007572756" sldId="581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19:59:23.827" v="5623" actId="255"/>
          <ac:spMkLst>
            <pc:docMk/>
            <pc:sldMk cId="1007572756" sldId="581"/>
            <ac:spMk id="3" creationId="{8ABDC018-5663-0FEF-CEBB-30EAA3BD08BB}"/>
          </ac:spMkLst>
        </pc:spChg>
        <pc:spChg chg="add mod">
          <ac:chgData name="Sandor Szabo" userId="f1a3ec7db790f00b" providerId="LiveId" clId="{D2D9AD37-0478-244D-A14B-32B9AB66B4DD}" dt="2024-02-25T20:00:00.851" v="5638" actId="2711"/>
          <ac:spMkLst>
            <pc:docMk/>
            <pc:sldMk cId="1007572756" sldId="581"/>
            <ac:spMk id="7" creationId="{E125A3E6-252E-DE46-E105-61BE23228BE7}"/>
          </ac:spMkLst>
        </pc:spChg>
        <pc:picChg chg="add mod">
          <ac:chgData name="Sandor Szabo" userId="f1a3ec7db790f00b" providerId="LiveId" clId="{D2D9AD37-0478-244D-A14B-32B9AB66B4DD}" dt="2024-02-25T20:00:08.298" v="5639" actId="1076"/>
          <ac:picMkLst>
            <pc:docMk/>
            <pc:sldMk cId="1007572756" sldId="581"/>
            <ac:picMk id="4" creationId="{BBD14143-1AE0-D4F7-C770-28B25FF607BD}"/>
          </ac:picMkLst>
        </pc:picChg>
        <pc:cxnChg chg="add mod">
          <ac:chgData name="Sandor Szabo" userId="f1a3ec7db790f00b" providerId="LiveId" clId="{D2D9AD37-0478-244D-A14B-32B9AB66B4DD}" dt="2024-02-25T20:00:16.172" v="5641" actId="14100"/>
          <ac:cxnSpMkLst>
            <pc:docMk/>
            <pc:sldMk cId="1007572756" sldId="581"/>
            <ac:cxnSpMk id="5" creationId="{BE9333FC-8C27-AF13-F471-DD00377B6237}"/>
          </ac:cxnSpMkLst>
        </pc:cxnChg>
      </pc:sldChg>
      <pc:sldChg chg="modSp add mod">
        <pc:chgData name="Sandor Szabo" userId="f1a3ec7db790f00b" providerId="LiveId" clId="{D2D9AD37-0478-244D-A14B-32B9AB66B4DD}" dt="2024-02-25T20:03:43.355" v="5939" actId="113"/>
        <pc:sldMkLst>
          <pc:docMk/>
          <pc:sldMk cId="4248620001" sldId="582"/>
        </pc:sldMkLst>
        <pc:spChg chg="mod">
          <ac:chgData name="Sandor Szabo" userId="f1a3ec7db790f00b" providerId="LiveId" clId="{D2D9AD37-0478-244D-A14B-32B9AB66B4DD}" dt="2024-02-25T20:03:43.355" v="5939" actId="113"/>
          <ac:spMkLst>
            <pc:docMk/>
            <pc:sldMk cId="4248620001" sldId="582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5T20:10:02.558" v="6481" actId="478"/>
        <pc:sldMkLst>
          <pc:docMk/>
          <pc:sldMk cId="932121955" sldId="583"/>
        </pc:sldMkLst>
        <pc:spChg chg="mod">
          <ac:chgData name="Sandor Szabo" userId="f1a3ec7db790f00b" providerId="LiveId" clId="{D2D9AD37-0478-244D-A14B-32B9AB66B4DD}" dt="2024-02-25T20:07:29.562" v="6337" actId="20577"/>
          <ac:spMkLst>
            <pc:docMk/>
            <pc:sldMk cId="932121955" sldId="583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20:09:29.174" v="6479" actId="20577"/>
          <ac:spMkLst>
            <pc:docMk/>
            <pc:sldMk cId="932121955" sldId="583"/>
            <ac:spMk id="3" creationId="{8ABDC018-5663-0FEF-CEBB-30EAA3BD08BB}"/>
          </ac:spMkLst>
        </pc:spChg>
        <pc:spChg chg="add del">
          <ac:chgData name="Sandor Szabo" userId="f1a3ec7db790f00b" providerId="LiveId" clId="{D2D9AD37-0478-244D-A14B-32B9AB66B4DD}" dt="2024-02-25T20:10:02.558" v="6481" actId="478"/>
          <ac:spMkLst>
            <pc:docMk/>
            <pc:sldMk cId="932121955" sldId="583"/>
            <ac:spMk id="5" creationId="{68DD4A77-BBCB-A48A-6316-718DA5A93D9C}"/>
          </ac:spMkLst>
        </pc:spChg>
      </pc:sldChg>
      <pc:sldChg chg="modSp add mod">
        <pc:chgData name="Sandor Szabo" userId="f1a3ec7db790f00b" providerId="LiveId" clId="{D2D9AD37-0478-244D-A14B-32B9AB66B4DD}" dt="2024-02-25T20:11:57.183" v="6655" actId="20577"/>
        <pc:sldMkLst>
          <pc:docMk/>
          <pc:sldMk cId="1246120714" sldId="584"/>
        </pc:sldMkLst>
        <pc:spChg chg="mod">
          <ac:chgData name="Sandor Szabo" userId="f1a3ec7db790f00b" providerId="LiveId" clId="{D2D9AD37-0478-244D-A14B-32B9AB66B4DD}" dt="2024-02-25T20:10:27.066" v="6529" actId="20577"/>
          <ac:spMkLst>
            <pc:docMk/>
            <pc:sldMk cId="1246120714" sldId="584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20:11:57.183" v="6655" actId="20577"/>
          <ac:spMkLst>
            <pc:docMk/>
            <pc:sldMk cId="1246120714" sldId="584"/>
            <ac:spMk id="3" creationId="{8ABDC018-5663-0FEF-CEBB-30EAA3BD08BB}"/>
          </ac:spMkLst>
        </pc:spChg>
      </pc:sldChg>
      <pc:sldChg chg="addSp modSp add mod">
        <pc:chgData name="Sandor Szabo" userId="f1a3ec7db790f00b" providerId="LiveId" clId="{D2D9AD37-0478-244D-A14B-32B9AB66B4DD}" dt="2024-02-25T20:17:36.275" v="6837" actId="20577"/>
        <pc:sldMkLst>
          <pc:docMk/>
          <pc:sldMk cId="3152198468" sldId="585"/>
        </pc:sldMkLst>
        <pc:spChg chg="mod">
          <ac:chgData name="Sandor Szabo" userId="f1a3ec7db790f00b" providerId="LiveId" clId="{D2D9AD37-0478-244D-A14B-32B9AB66B4DD}" dt="2024-02-25T20:12:30.734" v="6672" actId="20577"/>
          <ac:spMkLst>
            <pc:docMk/>
            <pc:sldMk cId="3152198468" sldId="585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20:16:51.017" v="6829" actId="207"/>
          <ac:spMkLst>
            <pc:docMk/>
            <pc:sldMk cId="3152198468" sldId="585"/>
            <ac:spMk id="3" creationId="{8ABDC018-5663-0FEF-CEBB-30EAA3BD08BB}"/>
          </ac:spMkLst>
        </pc:spChg>
        <pc:spChg chg="add mod">
          <ac:chgData name="Sandor Szabo" userId="f1a3ec7db790f00b" providerId="LiveId" clId="{D2D9AD37-0478-244D-A14B-32B9AB66B4DD}" dt="2024-02-25T20:17:36.275" v="6837" actId="20577"/>
          <ac:spMkLst>
            <pc:docMk/>
            <pc:sldMk cId="3152198468" sldId="585"/>
            <ac:spMk id="14" creationId="{7799CAAD-E0B0-F4FC-A9AF-CC0157479B32}"/>
          </ac:spMkLst>
        </pc:spChg>
        <pc:spChg chg="add mod">
          <ac:chgData name="Sandor Szabo" userId="f1a3ec7db790f00b" providerId="LiveId" clId="{D2D9AD37-0478-244D-A14B-32B9AB66B4DD}" dt="2024-02-25T20:17:11.882" v="6832" actId="2711"/>
          <ac:spMkLst>
            <pc:docMk/>
            <pc:sldMk cId="3152198468" sldId="585"/>
            <ac:spMk id="15" creationId="{D8A13498-F4DE-BD53-4D92-5417F98E8724}"/>
          </ac:spMkLst>
        </pc:spChg>
        <pc:picChg chg="add mod">
          <ac:chgData name="Sandor Szabo" userId="f1a3ec7db790f00b" providerId="LiveId" clId="{D2D9AD37-0478-244D-A14B-32B9AB66B4DD}" dt="2024-02-25T20:13:28.401" v="6726" actId="14100"/>
          <ac:picMkLst>
            <pc:docMk/>
            <pc:sldMk cId="3152198468" sldId="585"/>
            <ac:picMk id="4" creationId="{E7907BF8-1FA7-F8F4-EC83-23E0F1846B8C}"/>
          </ac:picMkLst>
        </pc:picChg>
        <pc:cxnChg chg="add mod">
          <ac:chgData name="Sandor Szabo" userId="f1a3ec7db790f00b" providerId="LiveId" clId="{D2D9AD37-0478-244D-A14B-32B9AB66B4DD}" dt="2024-02-25T20:16:26.220" v="6825" actId="14100"/>
          <ac:cxnSpMkLst>
            <pc:docMk/>
            <pc:sldMk cId="3152198468" sldId="585"/>
            <ac:cxnSpMk id="5" creationId="{9CC47366-278A-8C0D-FB15-23639387EE48}"/>
          </ac:cxnSpMkLst>
        </pc:cxnChg>
        <pc:cxnChg chg="add mod">
          <ac:chgData name="Sandor Szabo" userId="f1a3ec7db790f00b" providerId="LiveId" clId="{D2D9AD37-0478-244D-A14B-32B9AB66B4DD}" dt="2024-02-25T20:14:43.178" v="6764" actId="14100"/>
          <ac:cxnSpMkLst>
            <pc:docMk/>
            <pc:sldMk cId="3152198468" sldId="585"/>
            <ac:cxnSpMk id="8" creationId="{DA653C2D-B2D1-E99E-92CD-D5AD73866979}"/>
          </ac:cxnSpMkLst>
        </pc:cxnChg>
        <pc:cxnChg chg="add mod">
          <ac:chgData name="Sandor Szabo" userId="f1a3ec7db790f00b" providerId="LiveId" clId="{D2D9AD37-0478-244D-A14B-32B9AB66B4DD}" dt="2024-02-25T20:16:43.175" v="6828" actId="14100"/>
          <ac:cxnSpMkLst>
            <pc:docMk/>
            <pc:sldMk cId="3152198468" sldId="585"/>
            <ac:cxnSpMk id="18" creationId="{E3AC3314-716A-3A97-26F5-8F86442CD349}"/>
          </ac:cxnSpMkLst>
        </pc:cxnChg>
      </pc:sldChg>
      <pc:sldChg chg="modSp add mod">
        <pc:chgData name="Sandor Szabo" userId="f1a3ec7db790f00b" providerId="LiveId" clId="{D2D9AD37-0478-244D-A14B-32B9AB66B4DD}" dt="2024-02-25T20:25:32.290" v="7693" actId="113"/>
        <pc:sldMkLst>
          <pc:docMk/>
          <pc:sldMk cId="74041867" sldId="586"/>
        </pc:sldMkLst>
        <pc:spChg chg="mod">
          <ac:chgData name="Sandor Szabo" userId="f1a3ec7db790f00b" providerId="LiveId" clId="{D2D9AD37-0478-244D-A14B-32B9AB66B4DD}" dt="2024-02-25T20:22:46.764" v="7426" actId="20577"/>
          <ac:spMkLst>
            <pc:docMk/>
            <pc:sldMk cId="74041867" sldId="586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5T20:25:32.290" v="7693" actId="113"/>
          <ac:spMkLst>
            <pc:docMk/>
            <pc:sldMk cId="74041867" sldId="586"/>
            <ac:spMk id="3" creationId="{8ABDC018-5663-0FEF-CEBB-30EAA3BD08BB}"/>
          </ac:spMkLst>
        </pc:spChg>
      </pc:sldChg>
      <pc:sldChg chg="addSp delSp modSp add del mod">
        <pc:chgData name="Sandor Szabo" userId="f1a3ec7db790f00b" providerId="LiveId" clId="{D2D9AD37-0478-244D-A14B-32B9AB66B4DD}" dt="2024-02-26T21:23:16.984" v="12466" actId="2696"/>
        <pc:sldMkLst>
          <pc:docMk/>
          <pc:sldMk cId="1413099464" sldId="587"/>
        </pc:sldMkLst>
        <pc:spChg chg="mod">
          <ac:chgData name="Sandor Szabo" userId="f1a3ec7db790f00b" providerId="LiveId" clId="{D2D9AD37-0478-244D-A14B-32B9AB66B4DD}" dt="2024-02-26T19:39:27.235" v="7771" actId="20577"/>
          <ac:spMkLst>
            <pc:docMk/>
            <pc:sldMk cId="1413099464" sldId="587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6T19:41:07.989" v="7937" actId="12"/>
          <ac:spMkLst>
            <pc:docMk/>
            <pc:sldMk cId="1413099464" sldId="587"/>
            <ac:spMk id="3" creationId="{8ABDC018-5663-0FEF-CEBB-30EAA3BD08BB}"/>
          </ac:spMkLst>
        </pc:spChg>
        <pc:spChg chg="add del">
          <ac:chgData name="Sandor Szabo" userId="f1a3ec7db790f00b" providerId="LiveId" clId="{D2D9AD37-0478-244D-A14B-32B9AB66B4DD}" dt="2024-02-26T19:41:30.906" v="7939" actId="478"/>
          <ac:spMkLst>
            <pc:docMk/>
            <pc:sldMk cId="1413099464" sldId="587"/>
            <ac:spMk id="5" creationId="{EA13992C-B0C3-B128-32B2-A40406F39158}"/>
          </ac:spMkLst>
        </pc:spChg>
      </pc:sldChg>
      <pc:sldChg chg="addSp delSp modSp add mod">
        <pc:chgData name="Sandor Szabo" userId="f1a3ec7db790f00b" providerId="LiveId" clId="{D2D9AD37-0478-244D-A14B-32B9AB66B4DD}" dt="2024-02-26T20:16:12.677" v="8624"/>
        <pc:sldMkLst>
          <pc:docMk/>
          <pc:sldMk cId="901914680" sldId="588"/>
        </pc:sldMkLst>
        <pc:spChg chg="mod">
          <ac:chgData name="Sandor Szabo" userId="f1a3ec7db790f00b" providerId="LiveId" clId="{D2D9AD37-0478-244D-A14B-32B9AB66B4DD}" dt="2024-02-26T20:11:29.628" v="8320" actId="20577"/>
          <ac:spMkLst>
            <pc:docMk/>
            <pc:sldMk cId="901914680" sldId="588"/>
            <ac:spMk id="2" creationId="{15ACA1BE-D9AA-9E4B-1EC7-85DA31CA5642}"/>
          </ac:spMkLst>
        </pc:spChg>
        <pc:spChg chg="mod">
          <ac:chgData name="Sandor Szabo" userId="f1a3ec7db790f00b" providerId="LiveId" clId="{D2D9AD37-0478-244D-A14B-32B9AB66B4DD}" dt="2024-02-26T20:12:14.821" v="8340" actId="20577"/>
          <ac:spMkLst>
            <pc:docMk/>
            <pc:sldMk cId="901914680" sldId="588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6T20:16:12.677" v="8624"/>
          <ac:spMkLst>
            <pc:docMk/>
            <pc:sldMk cId="901914680" sldId="588"/>
            <ac:spMk id="4" creationId="{89741F0B-009B-4948-062F-BF7AC0F94610}"/>
          </ac:spMkLst>
        </pc:spChg>
      </pc:sldChg>
      <pc:sldChg chg="addSp delSp modSp add mod">
        <pc:chgData name="Sandor Szabo" userId="f1a3ec7db790f00b" providerId="LiveId" clId="{D2D9AD37-0478-244D-A14B-32B9AB66B4DD}" dt="2024-02-26T22:13:54.213" v="14979" actId="1076"/>
        <pc:sldMkLst>
          <pc:docMk/>
          <pc:sldMk cId="1311841828" sldId="589"/>
        </pc:sldMkLst>
        <pc:spChg chg="mod">
          <ac:chgData name="Sandor Szabo" userId="f1a3ec7db790f00b" providerId="LiveId" clId="{D2D9AD37-0478-244D-A14B-32B9AB66B4DD}" dt="2024-02-26T21:58:42.670" v="14362" actId="20577"/>
          <ac:spMkLst>
            <pc:docMk/>
            <pc:sldMk cId="1311841828" sldId="589"/>
            <ac:spMk id="2" creationId="{15ACA1BE-D9AA-9E4B-1EC7-85DA31CA5642}"/>
          </ac:spMkLst>
        </pc:spChg>
        <pc:spChg chg="del mod">
          <ac:chgData name="Sandor Szabo" userId="f1a3ec7db790f00b" providerId="LiveId" clId="{D2D9AD37-0478-244D-A14B-32B9AB66B4DD}" dt="2024-02-26T21:58:18.005" v="14337" actId="478"/>
          <ac:spMkLst>
            <pc:docMk/>
            <pc:sldMk cId="1311841828" sldId="589"/>
            <ac:spMk id="3" creationId="{8ABDC018-5663-0FEF-CEBB-30EAA3BD08BB}"/>
          </ac:spMkLst>
        </pc:spChg>
        <pc:spChg chg="add del mod">
          <ac:chgData name="Sandor Szabo" userId="f1a3ec7db790f00b" providerId="LiveId" clId="{D2D9AD37-0478-244D-A14B-32B9AB66B4DD}" dt="2024-02-26T20:16:01.160" v="8620"/>
          <ac:spMkLst>
            <pc:docMk/>
            <pc:sldMk cId="1311841828" sldId="589"/>
            <ac:spMk id="4" creationId="{495617AB-B34D-2FCC-6283-A5441D72F634}"/>
          </ac:spMkLst>
        </pc:spChg>
        <pc:spChg chg="add del mod">
          <ac:chgData name="Sandor Szabo" userId="f1a3ec7db790f00b" providerId="LiveId" clId="{D2D9AD37-0478-244D-A14B-32B9AB66B4DD}" dt="2024-02-26T20:16:07.305" v="8622"/>
          <ac:spMkLst>
            <pc:docMk/>
            <pc:sldMk cId="1311841828" sldId="589"/>
            <ac:spMk id="5" creationId="{F37FA568-13EB-1170-91C7-8FA1EB63E15F}"/>
          </ac:spMkLst>
        </pc:spChg>
        <pc:spChg chg="add del mod">
          <ac:chgData name="Sandor Szabo" userId="f1a3ec7db790f00b" providerId="LiveId" clId="{D2D9AD37-0478-244D-A14B-32B9AB66B4DD}" dt="2024-02-26T21:58:21.318" v="14338" actId="478"/>
          <ac:spMkLst>
            <pc:docMk/>
            <pc:sldMk cId="1311841828" sldId="589"/>
            <ac:spMk id="7" creationId="{57528ED2-552C-34CD-8E04-E05F158495E6}"/>
          </ac:spMkLst>
        </pc:spChg>
        <pc:graphicFrameChg chg="add mod modGraphic">
          <ac:chgData name="Sandor Szabo" userId="f1a3ec7db790f00b" providerId="LiveId" clId="{D2D9AD37-0478-244D-A14B-32B9AB66B4DD}" dt="2024-02-26T22:13:54.213" v="14979" actId="1076"/>
          <ac:graphicFrameMkLst>
            <pc:docMk/>
            <pc:sldMk cId="1311841828" sldId="589"/>
            <ac:graphicFrameMk id="8" creationId="{695CA52D-2B34-1408-DFAA-D35AF569D308}"/>
          </ac:graphicFrameMkLst>
        </pc:graphicFrameChg>
      </pc:sldChg>
      <pc:sldChg chg="add">
        <pc:chgData name="Sandor Szabo" userId="f1a3ec7db790f00b" providerId="LiveId" clId="{D2D9AD37-0478-244D-A14B-32B9AB66B4DD}" dt="2024-02-26T20:16:17.304" v="8625"/>
        <pc:sldMkLst>
          <pc:docMk/>
          <pc:sldMk cId="4110846156" sldId="590"/>
        </pc:sldMkLst>
      </pc:sldChg>
      <pc:sldChg chg="modSp add mod">
        <pc:chgData name="Sandor Szabo" userId="f1a3ec7db790f00b" providerId="LiveId" clId="{D2D9AD37-0478-244D-A14B-32B9AB66B4DD}" dt="2024-02-26T20:18:24.243" v="8668" actId="11"/>
        <pc:sldMkLst>
          <pc:docMk/>
          <pc:sldMk cId="2973828683" sldId="591"/>
        </pc:sldMkLst>
        <pc:spChg chg="mod">
          <ac:chgData name="Sandor Szabo" userId="f1a3ec7db790f00b" providerId="LiveId" clId="{D2D9AD37-0478-244D-A14B-32B9AB66B4DD}" dt="2024-02-26T20:18:24.243" v="8668" actId="11"/>
          <ac:spMkLst>
            <pc:docMk/>
            <pc:sldMk cId="2973828683" sldId="591"/>
            <ac:spMk id="3" creationId="{8ABDC018-5663-0FEF-CEBB-30EAA3BD08BB}"/>
          </ac:spMkLst>
        </pc:spChg>
      </pc:sldChg>
      <pc:sldChg chg="add">
        <pc:chgData name="Sandor Szabo" userId="f1a3ec7db790f00b" providerId="LiveId" clId="{D2D9AD37-0478-244D-A14B-32B9AB66B4DD}" dt="2024-02-26T20:23:49.576" v="8992"/>
        <pc:sldMkLst>
          <pc:docMk/>
          <pc:sldMk cId="837070453" sldId="592"/>
        </pc:sldMkLst>
      </pc:sldChg>
      <pc:sldChg chg="add">
        <pc:chgData name="Sandor Szabo" userId="f1a3ec7db790f00b" providerId="LiveId" clId="{D2D9AD37-0478-244D-A14B-32B9AB66B4DD}" dt="2024-02-26T20:29:15.842" v="9292"/>
        <pc:sldMkLst>
          <pc:docMk/>
          <pc:sldMk cId="755661814" sldId="593"/>
        </pc:sldMkLst>
      </pc:sldChg>
      <pc:sldChg chg="modSp add mod">
        <pc:chgData name="Sandor Szabo" userId="f1a3ec7db790f00b" providerId="LiveId" clId="{D2D9AD37-0478-244D-A14B-32B9AB66B4DD}" dt="2024-02-26T20:51:34.725" v="10624" actId="20577"/>
        <pc:sldMkLst>
          <pc:docMk/>
          <pc:sldMk cId="2564131641" sldId="594"/>
        </pc:sldMkLst>
        <pc:spChg chg="mod">
          <ac:chgData name="Sandor Szabo" userId="f1a3ec7db790f00b" providerId="LiveId" clId="{D2D9AD37-0478-244D-A14B-32B9AB66B4DD}" dt="2024-02-26T20:51:34.725" v="10624" actId="20577"/>
          <ac:spMkLst>
            <pc:docMk/>
            <pc:sldMk cId="2564131641" sldId="594"/>
            <ac:spMk id="3" creationId="{8ABDC018-5663-0FEF-CEBB-30EAA3BD08BB}"/>
          </ac:spMkLst>
        </pc:spChg>
      </pc:sldChg>
      <pc:sldChg chg="add">
        <pc:chgData name="Sandor Szabo" userId="f1a3ec7db790f00b" providerId="LiveId" clId="{D2D9AD37-0478-244D-A14B-32B9AB66B4DD}" dt="2024-02-26T20:47:15.162" v="10341"/>
        <pc:sldMkLst>
          <pc:docMk/>
          <pc:sldMk cId="4182859147" sldId="595"/>
        </pc:sldMkLst>
      </pc:sldChg>
      <pc:sldChg chg="add">
        <pc:chgData name="Sandor Szabo" userId="f1a3ec7db790f00b" providerId="LiveId" clId="{D2D9AD37-0478-244D-A14B-32B9AB66B4DD}" dt="2024-02-26T20:52:00.116" v="10627"/>
        <pc:sldMkLst>
          <pc:docMk/>
          <pc:sldMk cId="3265357068" sldId="596"/>
        </pc:sldMkLst>
      </pc:sldChg>
      <pc:sldChg chg="add">
        <pc:chgData name="Sandor Szabo" userId="f1a3ec7db790f00b" providerId="LiveId" clId="{D2D9AD37-0478-244D-A14B-32B9AB66B4DD}" dt="2024-02-26T20:54:15.523" v="10747"/>
        <pc:sldMkLst>
          <pc:docMk/>
          <pc:sldMk cId="3605816463" sldId="597"/>
        </pc:sldMkLst>
      </pc:sldChg>
      <pc:sldChg chg="modSp add mod">
        <pc:chgData name="Sandor Szabo" userId="f1a3ec7db790f00b" providerId="LiveId" clId="{D2D9AD37-0478-244D-A14B-32B9AB66B4DD}" dt="2024-02-26T22:10:07.432" v="14939" actId="20577"/>
        <pc:sldMkLst>
          <pc:docMk/>
          <pc:sldMk cId="3923399086" sldId="598"/>
        </pc:sldMkLst>
        <pc:spChg chg="mod">
          <ac:chgData name="Sandor Szabo" userId="f1a3ec7db790f00b" providerId="LiveId" clId="{D2D9AD37-0478-244D-A14B-32B9AB66B4DD}" dt="2024-02-26T22:10:07.432" v="14939" actId="20577"/>
          <ac:spMkLst>
            <pc:docMk/>
            <pc:sldMk cId="3923399086" sldId="598"/>
            <ac:spMk id="3" creationId="{8ABDC018-5663-0FEF-CEBB-30EAA3BD08BB}"/>
          </ac:spMkLst>
        </pc:spChg>
      </pc:sldChg>
      <pc:sldChg chg="add">
        <pc:chgData name="Sandor Szabo" userId="f1a3ec7db790f00b" providerId="LiveId" clId="{D2D9AD37-0478-244D-A14B-32B9AB66B4DD}" dt="2024-02-26T21:20:41.198" v="12444"/>
        <pc:sldMkLst>
          <pc:docMk/>
          <pc:sldMk cId="1421008271" sldId="599"/>
        </pc:sldMkLst>
      </pc:sldChg>
      <pc:sldChg chg="addSp delSp modSp add mod">
        <pc:chgData name="Sandor Szabo" userId="f1a3ec7db790f00b" providerId="LiveId" clId="{D2D9AD37-0478-244D-A14B-32B9AB66B4DD}" dt="2024-02-26T21:41:57.895" v="13382" actId="22"/>
        <pc:sldMkLst>
          <pc:docMk/>
          <pc:sldMk cId="2710872520" sldId="600"/>
        </pc:sldMkLst>
        <pc:spChg chg="mod">
          <ac:chgData name="Sandor Szabo" userId="f1a3ec7db790f00b" providerId="LiveId" clId="{D2D9AD37-0478-244D-A14B-32B9AB66B4DD}" dt="2024-02-26T21:39:41.665" v="13355" actId="20577"/>
          <ac:spMkLst>
            <pc:docMk/>
            <pc:sldMk cId="2710872520" sldId="600"/>
            <ac:spMk id="2" creationId="{15ACA1BE-D9AA-9E4B-1EC7-85DA31CA5642}"/>
          </ac:spMkLst>
        </pc:spChg>
        <pc:spChg chg="add del">
          <ac:chgData name="Sandor Szabo" userId="f1a3ec7db790f00b" providerId="LiveId" clId="{D2D9AD37-0478-244D-A14B-32B9AB66B4DD}" dt="2024-02-26T21:41:57.895" v="13382" actId="22"/>
          <ac:spMkLst>
            <pc:docMk/>
            <pc:sldMk cId="2710872520" sldId="600"/>
            <ac:spMk id="5" creationId="{90269230-F40D-654B-6B35-66E254C69CC9}"/>
          </ac:spMkLst>
        </pc:spChg>
      </pc:sldChg>
      <pc:sldChg chg="addSp delSp modSp add mod">
        <pc:chgData name="Sandor Szabo" userId="f1a3ec7db790f00b" providerId="LiveId" clId="{D2D9AD37-0478-244D-A14B-32B9AB66B4DD}" dt="2024-02-26T22:11:09.868" v="14946" actId="113"/>
        <pc:sldMkLst>
          <pc:docMk/>
          <pc:sldMk cId="3288469641" sldId="601"/>
        </pc:sldMkLst>
        <pc:spChg chg="mod">
          <ac:chgData name="Sandor Szabo" userId="f1a3ec7db790f00b" providerId="LiveId" clId="{D2D9AD37-0478-244D-A14B-32B9AB66B4DD}" dt="2024-02-26T22:11:09.868" v="14946" actId="113"/>
          <ac:spMkLst>
            <pc:docMk/>
            <pc:sldMk cId="3288469641" sldId="601"/>
            <ac:spMk id="3" creationId="{8ABDC018-5663-0FEF-CEBB-30EAA3BD08BB}"/>
          </ac:spMkLst>
        </pc:spChg>
        <pc:spChg chg="add del">
          <ac:chgData name="Sandor Szabo" userId="f1a3ec7db790f00b" providerId="LiveId" clId="{D2D9AD37-0478-244D-A14B-32B9AB66B4DD}" dt="2024-02-26T22:11:02.164" v="14945" actId="478"/>
          <ac:spMkLst>
            <pc:docMk/>
            <pc:sldMk cId="3288469641" sldId="601"/>
            <ac:spMk id="5" creationId="{407439D5-7F3D-E6F2-B038-B77A2B26F8DC}"/>
          </ac:spMkLst>
        </pc:spChg>
        <pc:spChg chg="add del">
          <ac:chgData name="Sandor Szabo" userId="f1a3ec7db790f00b" providerId="LiveId" clId="{D2D9AD37-0478-244D-A14B-32B9AB66B4DD}" dt="2024-02-26T21:53:52.139" v="14068" actId="22"/>
          <ac:spMkLst>
            <pc:docMk/>
            <pc:sldMk cId="3288469641" sldId="601"/>
            <ac:spMk id="7" creationId="{D384EAA5-C9E4-C631-D93F-39D72E717198}"/>
          </ac:spMkLst>
        </pc:spChg>
      </pc:sldChg>
      <pc:sldChg chg="addSp modSp add mod">
        <pc:chgData name="Sandor Szabo" userId="f1a3ec7db790f00b" providerId="LiveId" clId="{D2D9AD37-0478-244D-A14B-32B9AB66B4DD}" dt="2024-02-26T22:11:25.526" v="14947" actId="20577"/>
        <pc:sldMkLst>
          <pc:docMk/>
          <pc:sldMk cId="1875830980" sldId="602"/>
        </pc:sldMkLst>
        <pc:spChg chg="mod">
          <ac:chgData name="Sandor Szabo" userId="f1a3ec7db790f00b" providerId="LiveId" clId="{D2D9AD37-0478-244D-A14B-32B9AB66B4DD}" dt="2024-02-26T22:11:25.526" v="14947" actId="20577"/>
          <ac:spMkLst>
            <pc:docMk/>
            <pc:sldMk cId="1875830980" sldId="602"/>
            <ac:spMk id="3" creationId="{8ABDC018-5663-0FEF-CEBB-30EAA3BD08BB}"/>
          </ac:spMkLst>
        </pc:spChg>
        <pc:picChg chg="add mod">
          <ac:chgData name="Sandor Szabo" userId="f1a3ec7db790f00b" providerId="LiveId" clId="{D2D9AD37-0478-244D-A14B-32B9AB66B4DD}" dt="2024-02-26T21:54:19.907" v="14089" actId="1036"/>
          <ac:picMkLst>
            <pc:docMk/>
            <pc:sldMk cId="1875830980" sldId="602"/>
            <ac:picMk id="4" creationId="{058CA5D1-BFFA-AA29-032C-9CA16B9B1B19}"/>
          </ac:picMkLst>
        </pc:picChg>
      </pc:sldChg>
      <pc:sldChg chg="modSp add mod">
        <pc:chgData name="Sandor Szabo" userId="f1a3ec7db790f00b" providerId="LiveId" clId="{D2D9AD37-0478-244D-A14B-32B9AB66B4DD}" dt="2024-02-26T22:11:32.949" v="14948" actId="113"/>
        <pc:sldMkLst>
          <pc:docMk/>
          <pc:sldMk cId="3160359475" sldId="603"/>
        </pc:sldMkLst>
        <pc:spChg chg="mod">
          <ac:chgData name="Sandor Szabo" userId="f1a3ec7db790f00b" providerId="LiveId" clId="{D2D9AD37-0478-244D-A14B-32B9AB66B4DD}" dt="2024-02-26T22:11:32.949" v="14948" actId="113"/>
          <ac:spMkLst>
            <pc:docMk/>
            <pc:sldMk cId="3160359475" sldId="603"/>
            <ac:spMk id="3" creationId="{8ABDC018-5663-0FEF-CEBB-30EAA3BD08BB}"/>
          </ac:spMkLst>
        </pc:spChg>
      </pc:sldChg>
      <pc:sldChg chg="addSp delSp modSp add mod">
        <pc:chgData name="Sandor Szabo" userId="f1a3ec7db790f00b" providerId="LiveId" clId="{D2D9AD37-0478-244D-A14B-32B9AB66B4DD}" dt="2024-02-26T22:04:02.762" v="14789" actId="1076"/>
        <pc:sldMkLst>
          <pc:docMk/>
          <pc:sldMk cId="3625315268" sldId="604"/>
        </pc:sldMkLst>
        <pc:spChg chg="mod">
          <ac:chgData name="Sandor Szabo" userId="f1a3ec7db790f00b" providerId="LiveId" clId="{D2D9AD37-0478-244D-A14B-32B9AB66B4DD}" dt="2024-02-26T22:04:02.762" v="14789" actId="1076"/>
          <ac:spMkLst>
            <pc:docMk/>
            <pc:sldMk cId="3625315268" sldId="604"/>
            <ac:spMk id="2" creationId="{28772877-1714-E04F-5464-ED0399446DB3}"/>
          </ac:spMkLst>
        </pc:spChg>
        <pc:spChg chg="add del mod">
          <ac:chgData name="Sandor Szabo" userId="f1a3ec7db790f00b" providerId="LiveId" clId="{D2D9AD37-0478-244D-A14B-32B9AB66B4DD}" dt="2024-02-26T22:03:45.459" v="14768" actId="478"/>
          <ac:spMkLst>
            <pc:docMk/>
            <pc:sldMk cId="3625315268" sldId="604"/>
            <ac:spMk id="4" creationId="{2A937692-F867-C09A-14C8-7BCB6D61F3E3}"/>
          </ac:spMkLst>
        </pc:spChg>
        <pc:spChg chg="del">
          <ac:chgData name="Sandor Szabo" userId="f1a3ec7db790f00b" providerId="LiveId" clId="{D2D9AD37-0478-244D-A14B-32B9AB66B4DD}" dt="2024-02-26T22:03:42.647" v="14767" actId="478"/>
          <ac:spMkLst>
            <pc:docMk/>
            <pc:sldMk cId="3625315268" sldId="604"/>
            <ac:spMk id="5" creationId="{DE62C51F-3841-57DA-B7D0-5D730F15C037}"/>
          </ac:spMkLst>
        </pc:spChg>
      </pc:sldChg>
      <pc:sldChg chg="addSp delSp modSp add mod">
        <pc:chgData name="Sandor Szabo" userId="f1a3ec7db790f00b" providerId="LiveId" clId="{D2D9AD37-0478-244D-A14B-32B9AB66B4DD}" dt="2024-02-26T22:14:07.624" v="14980" actId="113"/>
        <pc:sldMkLst>
          <pc:docMk/>
          <pc:sldMk cId="3817255682" sldId="605"/>
        </pc:sldMkLst>
        <pc:spChg chg="mod">
          <ac:chgData name="Sandor Szabo" userId="f1a3ec7db790f00b" providerId="LiveId" clId="{D2D9AD37-0478-244D-A14B-32B9AB66B4DD}" dt="2024-02-26T22:05:20.918" v="14831" actId="20577"/>
          <ac:spMkLst>
            <pc:docMk/>
            <pc:sldMk cId="3817255682" sldId="605"/>
            <ac:spMk id="2" creationId="{28772877-1714-E04F-5464-ED0399446DB3}"/>
          </ac:spMkLst>
        </pc:spChg>
        <pc:spChg chg="add del mod">
          <ac:chgData name="Sandor Szabo" userId="f1a3ec7db790f00b" providerId="LiveId" clId="{D2D9AD37-0478-244D-A14B-32B9AB66B4DD}" dt="2024-02-26T22:04:19.612" v="14791" actId="478"/>
          <ac:spMkLst>
            <pc:docMk/>
            <pc:sldMk cId="3817255682" sldId="605"/>
            <ac:spMk id="4" creationId="{D4128BE8-3414-C506-FFB9-C132081AA07A}"/>
          </ac:spMkLst>
        </pc:spChg>
        <pc:spChg chg="del">
          <ac:chgData name="Sandor Szabo" userId="f1a3ec7db790f00b" providerId="LiveId" clId="{D2D9AD37-0478-244D-A14B-32B9AB66B4DD}" dt="2024-02-26T22:04:13.287" v="14790" actId="478"/>
          <ac:spMkLst>
            <pc:docMk/>
            <pc:sldMk cId="3817255682" sldId="605"/>
            <ac:spMk id="5" creationId="{DE62C51F-3841-57DA-B7D0-5D730F15C037}"/>
          </ac:spMkLst>
        </pc:spChg>
        <pc:spChg chg="add mod">
          <ac:chgData name="Sandor Szabo" userId="f1a3ec7db790f00b" providerId="LiveId" clId="{D2D9AD37-0478-244D-A14B-32B9AB66B4DD}" dt="2024-02-26T22:14:07.624" v="14980" actId="113"/>
          <ac:spMkLst>
            <pc:docMk/>
            <pc:sldMk cId="3817255682" sldId="605"/>
            <ac:spMk id="6" creationId="{95FCF58C-CD89-64D6-7921-C7C63FD00A7F}"/>
          </ac:spMkLst>
        </pc:spChg>
      </pc:sldChg>
      <pc:sldChg chg="modSp add mod">
        <pc:chgData name="Sandor Szabo" userId="f1a3ec7db790f00b" providerId="LiveId" clId="{D2D9AD37-0478-244D-A14B-32B9AB66B4DD}" dt="2024-02-26T22:10:36.046" v="14944" actId="113"/>
        <pc:sldMkLst>
          <pc:docMk/>
          <pc:sldMk cId="2146987040" sldId="606"/>
        </pc:sldMkLst>
        <pc:spChg chg="mod">
          <ac:chgData name="Sandor Szabo" userId="f1a3ec7db790f00b" providerId="LiveId" clId="{D2D9AD37-0478-244D-A14B-32B9AB66B4DD}" dt="2024-02-26T22:10:36.046" v="14944" actId="113"/>
          <ac:spMkLst>
            <pc:docMk/>
            <pc:sldMk cId="2146987040" sldId="606"/>
            <ac:spMk id="3" creationId="{8ABDC018-5663-0FEF-CEBB-30EAA3BD08BB}"/>
          </ac:spMkLst>
        </pc:spChg>
      </pc:sldChg>
    </pc:docChg>
  </pc:docChgLst>
  <pc:docChgLst>
    <pc:chgData name="Sandor Szabo" userId="f1a3ec7db790f00b" providerId="LiveId" clId="{925D8C74-2887-2247-B644-77F51DAE9061}"/>
    <pc:docChg chg="modSld">
      <pc:chgData name="Sandor Szabo" userId="f1a3ec7db790f00b" providerId="LiveId" clId="{925D8C74-2887-2247-B644-77F51DAE9061}" dt="2024-02-20T15:06:11.271" v="40" actId="207"/>
      <pc:docMkLst>
        <pc:docMk/>
      </pc:docMkLst>
      <pc:sldChg chg="modSp mod">
        <pc:chgData name="Sandor Szabo" userId="f1a3ec7db790f00b" providerId="LiveId" clId="{925D8C74-2887-2247-B644-77F51DAE9061}" dt="2024-02-20T15:05:23.278" v="26" actId="20577"/>
        <pc:sldMkLst>
          <pc:docMk/>
          <pc:sldMk cId="2908430364" sldId="256"/>
        </pc:sldMkLst>
        <pc:spChg chg="mod">
          <ac:chgData name="Sandor Szabo" userId="f1a3ec7db790f00b" providerId="LiveId" clId="{925D8C74-2887-2247-B644-77F51DAE9061}" dt="2024-02-20T15:05:23.278" v="26" actId="20577"/>
          <ac:spMkLst>
            <pc:docMk/>
            <pc:sldMk cId="2908430364" sldId="256"/>
            <ac:spMk id="2" creationId="{28772877-1714-E04F-5464-ED0399446DB3}"/>
          </ac:spMkLst>
        </pc:spChg>
      </pc:sldChg>
      <pc:sldChg chg="modSp mod">
        <pc:chgData name="Sandor Szabo" userId="f1a3ec7db790f00b" providerId="LiveId" clId="{925D8C74-2887-2247-B644-77F51DAE9061}" dt="2024-02-20T15:06:11.271" v="40" actId="207"/>
        <pc:sldMkLst>
          <pc:docMk/>
          <pc:sldMk cId="4122557994" sldId="556"/>
        </pc:sldMkLst>
        <pc:spChg chg="mod">
          <ac:chgData name="Sandor Szabo" userId="f1a3ec7db790f00b" providerId="LiveId" clId="{925D8C74-2887-2247-B644-77F51DAE9061}" dt="2024-02-20T15:05:54.143" v="39" actId="20577"/>
          <ac:spMkLst>
            <pc:docMk/>
            <pc:sldMk cId="4122557994" sldId="556"/>
            <ac:spMk id="2" creationId="{906312D9-8250-9A8A-1FD3-81AE586A8B5D}"/>
          </ac:spMkLst>
        </pc:spChg>
        <pc:spChg chg="mod">
          <ac:chgData name="Sandor Szabo" userId="f1a3ec7db790f00b" providerId="LiveId" clId="{925D8C74-2887-2247-B644-77F51DAE9061}" dt="2024-02-20T15:06:11.271" v="40" actId="207"/>
          <ac:spMkLst>
            <pc:docMk/>
            <pc:sldMk cId="4122557994" sldId="556"/>
            <ac:spMk id="3" creationId="{6A84611B-1C86-6DC5-DB68-B5304BA49B0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6942AA-BD7E-3F82-05ED-6AF04EB778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sdsd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61ED1-9FE1-0362-6098-32FD26F312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hu-HU"/>
              <a:t>16/01/2024</a:t>
            </a:r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996DA-1518-9820-61E7-225CFFF7E5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B8829-594C-E899-D344-9F3CC88CB1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B6A40-BCF6-6749-A3AC-171023A8C8D2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8825274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sdsd</a:t>
            </a:r>
            <a:endParaRPr lang="en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hu-HU"/>
              <a:t>16/01/2024</a:t>
            </a:r>
            <a:endParaRPr lang="en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2868B-D603-2A41-994D-76C10D6D8AFB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625560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9A05-3D63-F2CE-0A20-DC5590BD7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12180-3A91-90E3-E0C8-A4F7CCFD4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5B62A-27D1-A321-4F21-E15042FF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0D7C-7153-844A-908F-012791826516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1218C-C942-EC46-79FE-B7AFD144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AE0CA-C4B5-694F-DCFD-CA995FFE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656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3D5D-702B-C125-3B5B-CF9922A3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C24A-645C-4B94-85F2-A9BD6AC1A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FE297-5265-2969-F0D2-A29FAB9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857-93A2-2949-878A-6A2E59B59FF8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91F7A-C557-57DB-42F4-DA7A9560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7656-263A-EBF6-805B-79883C88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372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2F1C-5127-63A7-8462-5B548E9D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010D9-7607-85A2-2491-C1DAF9543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42B51-1F21-7203-71FF-6426A546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C7BB-C53D-7545-AAC6-5DB3A8C73D74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FF1D1-C638-8A85-1EA5-7A2B64E1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786FB-5FBD-7674-BE61-2B9B0D7A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21321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C11C-713D-5F48-C639-821B2919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6B79-34A3-4E3B-BC50-5E112A004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41BD6-CB56-D4FB-2A50-8E37C18BC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A17FD-8820-5962-B974-B2F18531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E154-893C-5549-AD0F-A1C8B9CEBCC8}" type="datetime1">
              <a:t>2024. 02. 26.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6D804-5048-FA14-56BD-ADDE30AB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66E07-BE5E-6B40-7A87-EC3567D3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1410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48A2-4C7E-0F5A-E205-CD44BE43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B07BB-8DD4-D8DD-14AE-105A01B19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4D612-34E4-AD99-3256-165CAA47B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93A4E-D58F-C05B-3220-227489EAE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AD704-52B0-FE24-CA2D-338F6A281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261A4-D7BF-78A0-05C2-C6DA3A92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6D23-BB01-DD43-A319-FD4DBF4EE5D4}" type="datetime1">
              <a:t>2024. 02. 26.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682A2-903D-70B5-581D-7B9303AA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66519-C64B-C626-32EC-274B3FB1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0216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A34C-C1E6-01AE-150B-F09AE283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7F7B0-E5A9-4856-93D1-1FF9DB43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D63-8E26-CD44-9032-DFE5F8F37523}" type="datetime1">
              <a:t>2024. 02. 26.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E3FCB-CEF0-25CF-B670-5B9523B8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B9B1F-8768-69F8-06B6-E40856FA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90454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B8241-1DDC-11C7-0605-623C2E02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91E0-84BE-924E-9F0B-349F08F38A6C}" type="datetime1">
              <a:t>2024. 02. 26.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1386C-BDDC-7D69-1924-9D891081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AA69B-D95D-9BB7-8009-5C8A544A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20101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3EB2-3FE2-C5BA-FB45-566E569A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FE5A1-B58B-2283-85CC-C82EA8EC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16E1C-3F64-0F83-1D2E-F6A35A1B6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48C48-C08D-1C25-8389-BD06AA5A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E972-4667-4A4C-9902-53F347D5A199}" type="datetime1">
              <a:t>2024. 02. 26.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0872B-759C-70F0-8297-3DD71D62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F43CC-8736-66F9-EAD2-61B6DAE6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71944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3E8D-5A47-2C24-30ED-138C9B96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E66A2-D6F4-365F-46D3-15A27D4B0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92C68-CDD9-66F8-DE8C-41B56CAD4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53F2-B530-8434-0803-0208A0C8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277F-AE4B-9742-A57E-28C2F55FDE0A}" type="datetime1">
              <a:t>2024. 02. 26.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D4A17-491B-DEA1-38A3-1452879D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65A7C-13B6-6B11-5F1C-6E7896B9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33002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2F81-586B-91E4-A4F5-8B7EC5A5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D1E75-C956-3ADA-854A-0DD67C62E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98F2-C12A-D974-874F-40179D0E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B24-ABF5-1645-8CA7-1A7B27841E12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6C0-BBA8-FBAD-EE3D-CDC9A46C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8A56C-72C1-388A-9DC0-A09EF31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2765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DC0A7-2DB5-4579-0531-1224FA781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A1163-E2F9-543C-F4C5-F11B5DA5F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2818A-C581-77B7-176D-FC91D6C5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36D0B-FC46-C547-B57A-D20A8232DA7A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20855-F9D1-9A16-BA66-1CDE1ECB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B8E85-A225-C987-EC77-3D986532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8099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E1343-F226-17D2-AC35-B275445C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71483-8389-F583-D68A-B3A16E86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0BF96-71F5-DCCA-6113-D9BBC5668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DE7D9-AACA-1943-81BC-370FAB978ABF}" type="datetime1">
              <a:t>2024. 02. 26.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13D9-DF7B-FAE6-82A4-103F15795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sdsdsdsd</a:t>
            </a:r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3CD7-DC31-820F-01F3-C6429E79D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55B37-6895-3841-9C60-8CE84A892F47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6773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andor.szabo@maalbeck.h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andor.szabo@maalbeck.hu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bc.com/content/dam/kbccom/doc/investor-relations/4-Presentations/200803_Debt_Investor_en.pdf" TargetMode="Externa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kbc.com/content/dam/kbccom/doc/investor-relations/4-Presentations/200803_Debt_Investor_en.pdf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xZTFNizSNGs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bc.com/content/dam/kbccom/doc/investor-relations/4-Presentations/200803_Debt_Investor_en.pdf" TargetMode="Externa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mailto:Sandor.szabo@maalbeck.h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E62C51F-3841-57DA-B7D0-5D730F15C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9730" y="3613356"/>
            <a:ext cx="8002283" cy="1644443"/>
          </a:xfrm>
        </p:spPr>
        <p:txBody>
          <a:bodyPr>
            <a:normAutofit/>
          </a:bodyPr>
          <a:lstStyle/>
          <a:p>
            <a:pPr algn="l"/>
            <a:r>
              <a:rPr lang="hu-HU" sz="2800" dirty="0">
                <a:solidFill>
                  <a:srgbClr val="263A79"/>
                </a:solidFill>
                <a:latin typeface="Roboto Condensed Medium" panose="02000000000000000000" pitchFamily="2" charset="0"/>
                <a:ea typeface="Roboto Condensed Medium" panose="02000000000000000000" pitchFamily="2" charset="0"/>
              </a:rPr>
              <a:t>Sándor Szabó</a:t>
            </a:r>
          </a:p>
          <a:p>
            <a:pPr algn="l"/>
            <a:endParaRPr lang="hu-HU" sz="2800" dirty="0">
              <a:solidFill>
                <a:srgbClr val="263A79"/>
              </a:solidFill>
              <a:latin typeface="Roboto Condensed Medium" panose="02000000000000000000" pitchFamily="2" charset="0"/>
              <a:ea typeface="Roboto Condensed Medium" panose="02000000000000000000" pitchFamily="2" charset="0"/>
            </a:endParaRPr>
          </a:p>
          <a:p>
            <a:pPr algn="l"/>
            <a:r>
              <a:rPr lang="hu-HU" sz="2800" dirty="0">
                <a:solidFill>
                  <a:srgbClr val="263A79"/>
                </a:solidFill>
                <a:latin typeface="Roboto Condensed Medium" panose="02000000000000000000" pitchFamily="2" charset="0"/>
                <a:ea typeface="Roboto Condensed Medium" panose="02000000000000000000" pitchFamily="2" charset="0"/>
              </a:rPr>
              <a:t>29 </a:t>
            </a:r>
            <a:r>
              <a:rPr lang="hu-HU" sz="28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Roboto Condensed Medium" panose="02000000000000000000" pitchFamily="2" charset="0"/>
              </a:rPr>
              <a:t>February</a:t>
            </a:r>
            <a:r>
              <a:rPr lang="hu-HU" sz="2800" dirty="0">
                <a:solidFill>
                  <a:srgbClr val="263A79"/>
                </a:solidFill>
                <a:latin typeface="Roboto Condensed Medium" panose="02000000000000000000" pitchFamily="2" charset="0"/>
                <a:ea typeface="Roboto Condensed Medium" panose="02000000000000000000" pitchFamily="2" charset="0"/>
              </a:rPr>
              <a:t>, 2024</a:t>
            </a:r>
            <a:endParaRPr lang="en-HU" sz="2800">
              <a:solidFill>
                <a:srgbClr val="263A79"/>
              </a:solidFill>
              <a:latin typeface="Roboto Condensed Medium" panose="02000000000000000000" pitchFamily="2" charset="0"/>
              <a:ea typeface="Roboto Condensed Medium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6DC47-C79C-1757-1906-7B468C9B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75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28772877-1714-E04F-5464-ED0399446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9729" y="507999"/>
            <a:ext cx="8071109" cy="2736645"/>
          </a:xfrm>
        </p:spPr>
        <p:txBody>
          <a:bodyPr>
            <a:noAutofit/>
          </a:bodyPr>
          <a:lstStyle/>
          <a:p>
            <a:pPr algn="l"/>
            <a: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  <a:t>R</a:t>
            </a:r>
            <a:r>
              <a:rPr lang="en-US" sz="6200" kern="100" spc="-200" dirty="0">
                <a:solidFill>
                  <a:srgbClr val="A37449"/>
                </a:solidFill>
                <a:effectLst/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  <a:t>isk management practices in investment advisory</a:t>
            </a:r>
            <a:endParaRPr lang="en-US" sz="6200" spc="-200" dirty="0">
              <a:latin typeface="Roboto Condensed Light" panose="02000000000000000000" pitchFamily="2" charset="0"/>
              <a:ea typeface="Roboto Condensed Light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43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60"/>
            <a:ext cx="10515600" cy="4477176"/>
          </a:xfrm>
        </p:spPr>
        <p:txBody>
          <a:bodyPr lIns="0" tIns="0" rIns="0" bIns="0" numCol="1" spcCol="180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1992 - 1997	Budapest University of Economics		MSC, specialization in Finance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1997 - 2006	Different treasury and corporate positions 		K&amp;H, Citibank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2006 - 2009	Investor Relations Manager			KBC, Brussels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2009 - 2016	Private Banking Head				K&amp;H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2017 - 2019	Private Banking Head				MKB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2019 - 2023	Premium Banking Head, Deputy CEO		SPB Investments Ltd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2023 -  		Business Development Head 			Creditexpert Ltd (NEXA Group)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		Partner, Managing Director			Maalbeck Investments Ltd (NEXA Group)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kern="100" dirty="0">
              <a:solidFill>
                <a:srgbClr val="263A79"/>
              </a:solidFill>
              <a:effectLst/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5E93B46-37BC-DF48-A862-4D365ADF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Introduction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– Sándor Szabó</a:t>
            </a:r>
          </a:p>
        </p:txBody>
      </p:sp>
    </p:spTree>
    <p:extLst>
      <p:ext uri="{BB962C8B-B14F-4D97-AF65-F5344CB8AC3E}">
        <p14:creationId xmlns:p14="http://schemas.microsoft.com/office/powerpoint/2010/main" val="287743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80F1-6521-259F-D5BC-C54028FA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611B-1C86-6DC5-DB68-B5304BA49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60"/>
            <a:ext cx="10515600" cy="4477176"/>
          </a:xfrm>
        </p:spPr>
        <p:txBody>
          <a:bodyPr lIns="0" tIns="0" rIns="0" bIns="0" numCol="1" spcCol="180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kern="100" dirty="0">
                <a:solidFill>
                  <a:schemeClr val="bg2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1992 - 1997	Budapest University of Economics		MSC, specialization in Finance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kern="100" dirty="0">
              <a:solidFill>
                <a:schemeClr val="bg2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chemeClr val="bg2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chemeClr val="bg2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1997 - 2006	Different treasury and corporate positions 		K&amp;H, Citibank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2006 - 2009	Investor Relations Manager			KBC, Brussels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2009 - 2016	Private Banking Head				K&amp;H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2017 - 2019	Private Banking Head				MKB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2019 - 2023	Premium Banking Head, Deputy CEO		SPB Investments Ltd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2023 -  		</a:t>
            </a:r>
            <a:r>
              <a:rPr lang="en-US" sz="1600" kern="100" dirty="0">
                <a:solidFill>
                  <a:schemeClr val="bg1">
                    <a:lumMod val="85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Business Development Head 			Creditexpert Ltd (NEXA Group)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Times New Roman" panose="02020603050405020304" pitchFamily="18" charset="0"/>
              </a:rPr>
              <a:t>		Partner, Managing Director			Maalbeck Investments Ltd (NEXA Group)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kern="100" dirty="0">
              <a:solidFill>
                <a:srgbClr val="263A79"/>
              </a:solidFill>
              <a:effectLst/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C13A2F-7FEA-2BC6-D209-8D61793D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C30E17-7DC8-FAAA-6C73-E14FD6FEECC7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C2F906A-8B36-93EC-6ECD-157F4982D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06312D9-8250-9A8A-1FD3-81AE586A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Introduction – Career stages related to investments</a:t>
            </a:r>
          </a:p>
        </p:txBody>
      </p:sp>
    </p:spTree>
    <p:extLst>
      <p:ext uri="{BB962C8B-B14F-4D97-AF65-F5344CB8AC3E}">
        <p14:creationId xmlns:p14="http://schemas.microsoft.com/office/powerpoint/2010/main" val="412255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Éljen a tőzsdetrip! / Martin Scorsese: A Wall Street farkasa / PRAE.HU - a  művészeti portál">
            <a:extLst>
              <a:ext uri="{FF2B5EF4-FFF2-40B4-BE49-F238E27FC236}">
                <a16:creationId xmlns:a16="http://schemas.microsoft.com/office/drawing/2014/main" id="{EA418E00-721D-B0E8-3599-1565A01F8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9" b="8578"/>
          <a:stretch/>
        </p:blipFill>
        <p:spPr bwMode="auto">
          <a:xfrm>
            <a:off x="0" y="2314261"/>
            <a:ext cx="12192000" cy="455865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" name="Picture 9">
            <a:extLst>
              <a:ext uri="{FF2B5EF4-FFF2-40B4-BE49-F238E27FC236}">
                <a16:creationId xmlns:a16="http://schemas.microsoft.com/office/drawing/2014/main" id="{1FCC253D-93D5-341F-8DC3-AFBACA44D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D6D80-A460-7127-C367-010A9B7DCB42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591463CC-DC08-FBE5-D6AF-8284B37C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advisory is a risky business..</a:t>
            </a:r>
            <a:b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What others think about it..</a:t>
            </a:r>
          </a:p>
        </p:txBody>
      </p:sp>
    </p:spTree>
    <p:extLst>
      <p:ext uri="{BB962C8B-B14F-4D97-AF65-F5344CB8AC3E}">
        <p14:creationId xmlns:p14="http://schemas.microsoft.com/office/powerpoint/2010/main" val="327180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9093-5FB3-BDF8-05E2-EA1DD819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F9AB4102-F9A3-6A47-1488-EAB2DEA0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B53F-7FC2-56A1-EB74-96CA6D8C526E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E8866E6-43C3-AE4A-1A3E-AACB1D31C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88680"/>
            <a:ext cx="12209225" cy="4557289"/>
          </a:xfrm>
          <a:prstGeom prst="rect">
            <a:avLst/>
          </a:prstGeom>
        </p:spPr>
      </p:pic>
      <p:sp>
        <p:nvSpPr>
          <p:cNvPr id="7" name="Cím 1">
            <a:extLst>
              <a:ext uri="{FF2B5EF4-FFF2-40B4-BE49-F238E27FC236}">
                <a16:creationId xmlns:a16="http://schemas.microsoft.com/office/drawing/2014/main" id="{C67ACCA0-2248-A230-2FC0-178E0DF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advisory is a risky business..</a:t>
            </a:r>
            <a:b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What others think about it..</a:t>
            </a:r>
          </a:p>
        </p:txBody>
      </p:sp>
    </p:spTree>
    <p:extLst>
      <p:ext uri="{BB962C8B-B14F-4D97-AF65-F5344CB8AC3E}">
        <p14:creationId xmlns:p14="http://schemas.microsoft.com/office/powerpoint/2010/main" val="270385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9094-C4A4-3E2B-0CE3-1398C13D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4F698021-392D-6077-A070-DF6B9EE05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4D99-4A6D-0B8E-E803-81967C9043FD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2" descr="Állat az emberben – A Wall Street farkasa - Filmtekercs.hu">
            <a:extLst>
              <a:ext uri="{FF2B5EF4-FFF2-40B4-BE49-F238E27FC236}">
                <a16:creationId xmlns:a16="http://schemas.microsoft.com/office/drawing/2014/main" id="{ABC8953D-104A-CC60-071F-08E84CD2E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53" b="8175"/>
          <a:stretch/>
        </p:blipFill>
        <p:spPr bwMode="auto">
          <a:xfrm>
            <a:off x="0" y="2300710"/>
            <a:ext cx="12193710" cy="455929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Cím 1">
            <a:extLst>
              <a:ext uri="{FF2B5EF4-FFF2-40B4-BE49-F238E27FC236}">
                <a16:creationId xmlns:a16="http://schemas.microsoft.com/office/drawing/2014/main" id="{0DDB93B6-0557-68EC-90FC-3E689017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advisory is a risky business..</a:t>
            </a:r>
            <a:b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What others think about it..</a:t>
            </a:r>
          </a:p>
        </p:txBody>
      </p:sp>
    </p:spTree>
    <p:extLst>
      <p:ext uri="{BB962C8B-B14F-4D97-AF65-F5344CB8AC3E}">
        <p14:creationId xmlns:p14="http://schemas.microsoft.com/office/powerpoint/2010/main" val="250098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8FB5897-A85F-14CD-EA10-C75206388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2" b="44178"/>
          <a:stretch/>
        </p:blipFill>
        <p:spPr bwMode="auto">
          <a:xfrm>
            <a:off x="1" y="2098196"/>
            <a:ext cx="12191999" cy="475980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34C403F5-7322-2A43-AF60-BF6DED48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But the reality is..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DC09E9FF-A434-48BF-1378-D57DCB1A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AB0FAF-CCC4-1857-2423-9E06F7B94662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82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34C403F5-7322-2A43-AF60-BF6DED48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But the reality is..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DC09E9FF-A434-48BF-1378-D57DCB1A2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AB0FAF-CCC4-1857-2423-9E06F7B94662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Kép 1" descr="A képen kerék, ég, Szárazföldi jármű, gumiabroncs látható&#10;&#10;Automatikusan generált leírás">
            <a:extLst>
              <a:ext uri="{FF2B5EF4-FFF2-40B4-BE49-F238E27FC236}">
                <a16:creationId xmlns:a16="http://schemas.microsoft.com/office/drawing/2014/main" id="{F3BBD5C5-3218-8F23-6C59-F62BF77110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" t="31192" r="15386" b="24699"/>
          <a:stretch/>
        </p:blipFill>
        <p:spPr>
          <a:xfrm>
            <a:off x="1" y="1689837"/>
            <a:ext cx="12192000" cy="5205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010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34C403F5-7322-2A43-AF60-BF6DED48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But the reality is..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DC09E9FF-A434-48BF-1378-D57DCB1A2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AB0FAF-CCC4-1857-2423-9E06F7B94662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 dirty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kumimoji="0" lang="hu-HU" altLang="en-HU" sz="1000" b="0" i="0" strike="noStrike" cap="none" normalizeH="0" baseline="0" dirty="0" err="1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www.maalbeck.hu</a:t>
            </a:r>
            <a:endParaRPr kumimoji="0" lang="hu-HU" altLang="en-HU" sz="1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 descr="Tanárok és ott dolgozók :: Harry Potter fan club">
            <a:extLst>
              <a:ext uri="{FF2B5EF4-FFF2-40B4-BE49-F238E27FC236}">
                <a16:creationId xmlns:a16="http://schemas.microsoft.com/office/drawing/2014/main" id="{BC8F7010-90A7-31BE-8BD3-BC2155763D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7" r="-1" b="40185"/>
          <a:stretch/>
        </p:blipFill>
        <p:spPr bwMode="auto">
          <a:xfrm>
            <a:off x="0" y="2313856"/>
            <a:ext cx="12192000" cy="455865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0237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515600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..the Provider is dealing with the Client’s money..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..not giving money to the Client but asking money from him / her..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and spending it, immediately..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But, „the Client decides”.. Indeed..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But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advisory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is </a:t>
            </a:r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really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risky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 business, </a:t>
            </a:r>
            <a:r>
              <a:rPr lang="hu-HU" sz="2400" kern="100" dirty="0" err="1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because</a:t>
            </a:r>
            <a:r>
              <a:rPr lang="hu-HU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81876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GB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Legal background (MIFID et co)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Education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Product-selection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Portfolio-building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Diversification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Controls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management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Tools / Topics for discussion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3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Dedicated law on investment providers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Dedicated guarantee-fund:  BEVA - National Investment Protection Fund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Provides guarantee up to EUR 100k per client per institution automatically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Individual decisions above that limit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Regulatory authority: National Bank of Hungary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European regulatory framework: MIFID-legislation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legal background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2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Cash	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			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Non-financial assets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Banking deposits							    Gold, Real estates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					    Crypto currencies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             Securities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Treasury Bonds, Treasury Bills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Corporate Bonds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Shares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Investment Funds, ETFs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			</a:t>
            </a:r>
            <a:r>
              <a:rPr lang="en-US" sz="2000" kern="100" dirty="0" err="1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etc</a:t>
            </a: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Products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DB3A4159-0E24-8872-5F5B-D73EB8FA71AF}"/>
              </a:ext>
            </a:extLst>
          </p:cNvPr>
          <p:cNvSpPr/>
          <p:nvPr/>
        </p:nvSpPr>
        <p:spPr>
          <a:xfrm>
            <a:off x="3826043" y="2767584"/>
            <a:ext cx="4220677" cy="3730752"/>
          </a:xfrm>
          <a:prstGeom prst="ellipse">
            <a:avLst/>
          </a:prstGeom>
          <a:noFill/>
          <a:ln w="793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8206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Broking services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advisory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Portfolio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Service-types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26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Provider does not provide advice, but trading platform and market info for the Client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Market info vs investment advice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The investment advice considers the Client’s financial status and risk-appetite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The market info is solely about the product and / or the market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Decisions made by the Client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Quick and cheap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Mainly online platforms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Even without a human interface (between the Client and the Provider)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Broking services (execution only services)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90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advice based on the financial situation and risk-taking capabilities of the Client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Transactions based on the advice, but following the Client’s documented consent only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Client has the sole right to decide, either: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to accept the proposal fully, or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to accept the proposal partially, or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to refuse the proposal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advice and the transaction are equally weighted from regulatory point of view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advisory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047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policy defined in line with the Client’s financial situation and risk-taking capabilities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Transactions done within the pre-defined frame set by the investment policy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No need for the Client’s approval for every single decisions, but regular reporting provided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Portfolio management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17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 good banker at the same time: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knows his / her Client AND the market,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 available for the Clients AND follows-up the markets,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earns yield for the Client AND revenue for the Provider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builds portfolios AND manages risks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Different tasks require different competences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..therefore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we must split tasks 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between different colleagues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Know Your Client AND Know Your Market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59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Banker-tasks: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Relationship-management with the Clients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Understanding the Client’s background and motivations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Preparing investment advices and related materials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Client-education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Trading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Administration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Split of tasks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706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Analyst-tasks: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Being on the market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Reading and preparing analyses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Representing the Provider’s strategic targets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Preparing of target-portfolios, follow-up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Market-risk management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Banker-education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services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Split of tasks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20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Basic regulatory principles: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Provider is on the market – contrary to the Client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Provider has all necessary information for preparing a proper advice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Client is ready and capable to adsorb all information he/she gets from the Provider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Therefore the Provider should investigate, whether: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 the Client suitable for the proposed portfolio?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 the proposed portfolio in line with the Client’s risk-appetite and risk-taking capabilities?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tool for the investigation: the MIFID-test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Regulatory approach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Asymmetric information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773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A bit of history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Where does this regulatory approach come from?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2" descr="Watch The Big Short | Prime Video">
            <a:extLst>
              <a:ext uri="{FF2B5EF4-FFF2-40B4-BE49-F238E27FC236}">
                <a16:creationId xmlns:a16="http://schemas.microsoft.com/office/drawing/2014/main" id="{E3BB1211-AEB6-DE5F-EF2A-B32376B9D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99" y="1960254"/>
            <a:ext cx="9292389" cy="489774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58290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Collateralized Debt Obligations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D267054-7F0C-FD9A-1998-AE02CA8CBF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595" t="27698" r="4987" b="26745"/>
          <a:stretch/>
        </p:blipFill>
        <p:spPr>
          <a:xfrm>
            <a:off x="348917" y="1909823"/>
            <a:ext cx="11743150" cy="47482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7693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General principles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2" descr="Collateralized Debt Obligation (CDO) Sample">
            <a:extLst>
              <a:ext uri="{FF2B5EF4-FFF2-40B4-BE49-F238E27FC236}">
                <a16:creationId xmlns:a16="http://schemas.microsoft.com/office/drawing/2014/main" id="{14379388-F22C-60BD-4054-1AF731FD7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06"/>
          <a:stretch/>
        </p:blipFill>
        <p:spPr bwMode="auto">
          <a:xfrm>
            <a:off x="-120553" y="1915388"/>
            <a:ext cx="12312554" cy="396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006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752" y="1734488"/>
            <a:ext cx="510204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Losses are dependent on the structure of “loss distribution” between CDO tranches. 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higher the rating class, the lower the loss. 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Higher-rated tranches are less vulnerable, since loss absorption starts at lower-rated tranches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Loss adsorption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CD1B46A-71C2-A5BE-C60A-EC6DB965E7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424" t="53874" r="50140" b="17847"/>
          <a:stretch/>
        </p:blipFill>
        <p:spPr>
          <a:xfrm>
            <a:off x="933147" y="2190089"/>
            <a:ext cx="5318605" cy="3597253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0334B548-3FDA-B1DD-D14F-ABEF9502B3DA}"/>
              </a:ext>
            </a:extLst>
          </p:cNvPr>
          <p:cNvSpPr txBox="1"/>
          <p:nvPr/>
        </p:nvSpPr>
        <p:spPr>
          <a:xfrm>
            <a:off x="1207240" y="6211974"/>
            <a:ext cx="8929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https://www.kbc.com/content/dam/kbccom/doc/investor-relations/4-Presentations/200803_Debt_Investor_en.pdf</a:t>
            </a:r>
            <a:endParaRPr lang="hu-HU" sz="12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133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752" y="1734488"/>
            <a:ext cx="510204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Subprime related losses are dependent on the share of ‘US subprime mortgages’ within the pool of underlying assets (esp. those written in the 2005-2007 period). 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lower the level of 2005-2007 subprime mortgages, the lower the loss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 with subprime exposure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334B548-3FDA-B1DD-D14F-ABEF9502B3DA}"/>
              </a:ext>
            </a:extLst>
          </p:cNvPr>
          <p:cNvSpPr txBox="1"/>
          <p:nvPr/>
        </p:nvSpPr>
        <p:spPr>
          <a:xfrm>
            <a:off x="1255367" y="6304566"/>
            <a:ext cx="8929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https://www.kbc.com/content/dam/kbccom/doc/investor-relations/4-Presentations/200803_Debt_Investor_en.pdf</a:t>
            </a:r>
            <a:endParaRPr lang="hu-HU" sz="12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83CA76C-29BE-AD7E-6558-1B784CD957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009" t="45159" r="46712" b="6812"/>
          <a:stretch/>
        </p:blipFill>
        <p:spPr>
          <a:xfrm>
            <a:off x="1027777" y="1804566"/>
            <a:ext cx="4389224" cy="45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9580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But what subprime is?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Big Short continued..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" name="Picture 2" descr="Ryan Gosling, Christian Bale, Brad Pitt and Steve Carrell play men who  become rich off housing market during the Great Recession' in The Big Short  trailer | Daily Mail Online">
            <a:extLst>
              <a:ext uri="{FF2B5EF4-FFF2-40B4-BE49-F238E27FC236}">
                <a16:creationId xmlns:a16="http://schemas.microsoft.com/office/drawing/2014/main" id="{B1C6477E-1043-FF24-BA31-17B5B1CA4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03" b="9427"/>
          <a:stretch/>
        </p:blipFill>
        <p:spPr bwMode="auto">
          <a:xfrm>
            <a:off x="0" y="2180344"/>
            <a:ext cx="6651184" cy="331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Why startups need to talk to strippers">
            <a:extLst>
              <a:ext uri="{FF2B5EF4-FFF2-40B4-BE49-F238E27FC236}">
                <a16:creationId xmlns:a16="http://schemas.microsoft.com/office/drawing/2014/main" id="{1A154CCA-3815-B5A1-59BF-8704AF4C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173" y="2180343"/>
            <a:ext cx="6117387" cy="331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83D07511-DB17-24D3-92BB-94D020825882}"/>
              </a:ext>
            </a:extLst>
          </p:cNvPr>
          <p:cNvSpPr txBox="1"/>
          <p:nvPr/>
        </p:nvSpPr>
        <p:spPr>
          <a:xfrm>
            <a:off x="6785113" y="565954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https://www.youtube.com/watch?v=xZTFNizSNGs</a:t>
            </a:r>
            <a:endParaRPr lang="hu-HU" sz="12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104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 synthetic CDO is a type of collateralized debt obligation (CDO) that invests in noncash assets that can offer extremely high yields to investors.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However, they differ from traditional CDOs, which typically invest in regular debt products such as bonds, mortgages, and loans, in that they generate income by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investing in noncash derivatives 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such as credit default swaps (CDSs), options, and other contracts.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Synthetic CDOs are typically divided into credit tranches based on the level of credit risk </a:t>
            </a:r>
            <a:r>
              <a:rPr lang="en-US" sz="2000" b="1" i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assumed 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by the investor.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CDS – Credit Default Swap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59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CDS – Credit Default Swap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Big Short continued..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2" descr="Film Club: The Big Short (2015) | TraderLife">
            <a:extLst>
              <a:ext uri="{FF2B5EF4-FFF2-40B4-BE49-F238E27FC236}">
                <a16:creationId xmlns:a16="http://schemas.microsoft.com/office/drawing/2014/main" id="{C9EBB344-9114-3B4F-55C1-BD28A4FBA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" b="41778"/>
          <a:stretch/>
        </p:blipFill>
        <p:spPr bwMode="auto">
          <a:xfrm>
            <a:off x="19522" y="2541339"/>
            <a:ext cx="12191999" cy="435599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28280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5153526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Total amount of KBC FP generated CDO business: 27.1bn, of which: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16.4bn hedged with third parties (“hedged portfolio”)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8.7bn own investment portfolio (“unhedged portfolio”)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1.9bn sold to investors, largely institutional profile, of which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Approx.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0.6bn has been sold to Private Banking clients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CDOs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Why is this story interesting for us today?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BD14143-1AE0-D4F7-C770-28B25FF607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564" t="35883" r="5329" b="18559"/>
          <a:stretch/>
        </p:blipFill>
        <p:spPr>
          <a:xfrm>
            <a:off x="8508035" y="1443789"/>
            <a:ext cx="2845765" cy="4240695"/>
          </a:xfrm>
          <a:prstGeom prst="rect">
            <a:avLst/>
          </a:prstGeom>
        </p:spPr>
      </p:pic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BE9333FC-8C27-AF13-F471-DD00377B6237}"/>
              </a:ext>
            </a:extLst>
          </p:cNvPr>
          <p:cNvCxnSpPr>
            <a:cxnSpLocks/>
          </p:cNvCxnSpPr>
          <p:nvPr/>
        </p:nvCxnSpPr>
        <p:spPr>
          <a:xfrm flipV="1">
            <a:off x="5474368" y="3564136"/>
            <a:ext cx="3137104" cy="1807369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E125A3E6-252E-DE46-E105-61BE23228BE7}"/>
              </a:ext>
            </a:extLst>
          </p:cNvPr>
          <p:cNvSpPr txBox="1"/>
          <p:nvPr/>
        </p:nvSpPr>
        <p:spPr>
          <a:xfrm>
            <a:off x="345849" y="6271796"/>
            <a:ext cx="8929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Forrás: https://www.kbc.com/content/dam/kbccom/doc/investor-relations/4-Presentations/200803_Debt_Investor_en.pdf</a:t>
            </a:r>
            <a:endParaRPr lang="hu-HU" sz="12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72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Lessons learnt by the regulators from the 2008-crisis (and from the CDO-cases, amongst others):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Provider is on the market – contrary to the Client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Provider has all necessary information for preparing a proper advice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Conclusions drawn from leading to the introduction of the so-called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MIFID-regime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on European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Regulatory approach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Asymmetric information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20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Understanding his/her general financial situation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Understanding the planned investment portfolio in light of his/her general financial situation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Understanding his/her approach towards to risks and returns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Understanding his/her financial knowledge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+1: Client-education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MIFID-test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purposes of the test – understanding the Client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121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Market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Inflation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Interest rate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FX-risk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Country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Issuer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Operational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Fraud risk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Client education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Risks involved in investments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120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488"/>
            <a:ext cx="10921678" cy="395101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Which one was the better investment? OTP share or </a:t>
            </a:r>
            <a:r>
              <a:rPr lang="en-US" sz="2000" kern="100" dirty="0">
                <a:solidFill>
                  <a:srgbClr val="C00000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2023/J T-Bond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Client education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vs return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7907BF8-1FA7-F8F4-EC83-23E0F1846B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09" t="47340" r="6351"/>
          <a:stretch/>
        </p:blipFill>
        <p:spPr>
          <a:xfrm>
            <a:off x="324853" y="2309875"/>
            <a:ext cx="11876242" cy="4460089"/>
          </a:xfrm>
          <a:prstGeom prst="rect">
            <a:avLst/>
          </a:prstGeom>
        </p:spPr>
      </p:pic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9CC47366-278A-8C0D-FB15-23639387EE48}"/>
              </a:ext>
            </a:extLst>
          </p:cNvPr>
          <p:cNvCxnSpPr>
            <a:cxnSpLocks/>
          </p:cNvCxnSpPr>
          <p:nvPr/>
        </p:nvCxnSpPr>
        <p:spPr>
          <a:xfrm flipH="1">
            <a:off x="6412832" y="1973327"/>
            <a:ext cx="806115" cy="17925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DA653C2D-B2D1-E99E-92CD-D5AD73866979}"/>
              </a:ext>
            </a:extLst>
          </p:cNvPr>
          <p:cNvCxnSpPr>
            <a:cxnSpLocks/>
          </p:cNvCxnSpPr>
          <p:nvPr/>
        </p:nvCxnSpPr>
        <p:spPr>
          <a:xfrm flipV="1">
            <a:off x="457200" y="3850105"/>
            <a:ext cx="11550316" cy="95049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799CAAD-E0B0-F4FC-A9AF-CC0157479B32}"/>
              </a:ext>
            </a:extLst>
          </p:cNvPr>
          <p:cNvSpPr txBox="1"/>
          <p:nvPr/>
        </p:nvSpPr>
        <p:spPr>
          <a:xfrm>
            <a:off x="574220" y="5111505"/>
            <a:ext cx="13035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OTP</a:t>
            </a:r>
          </a:p>
          <a:p>
            <a:pPr algn="ctr"/>
            <a:r>
              <a:rPr lang="hu-HU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Sept</a:t>
            </a:r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29, 2018</a:t>
            </a:r>
          </a:p>
          <a:p>
            <a:pPr algn="ctr"/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 9.863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D8A13498-F4DE-BD53-4D92-5417F98E8724}"/>
              </a:ext>
            </a:extLst>
          </p:cNvPr>
          <p:cNvSpPr txBox="1"/>
          <p:nvPr/>
        </p:nvSpPr>
        <p:spPr>
          <a:xfrm>
            <a:off x="10877537" y="2219644"/>
            <a:ext cx="13997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OTP</a:t>
            </a:r>
          </a:p>
          <a:p>
            <a:pPr algn="ctr"/>
            <a:r>
              <a:rPr lang="hu-HU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Sept</a:t>
            </a:r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29, 2023: </a:t>
            </a:r>
          </a:p>
          <a:p>
            <a:pPr algn="ctr"/>
            <a:r>
              <a:rPr lang="hu-HU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 13.380</a:t>
            </a:r>
          </a:p>
        </p:txBody>
      </p: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E3AC3314-716A-3A97-26F5-8F86442CD349}"/>
              </a:ext>
            </a:extLst>
          </p:cNvPr>
          <p:cNvCxnSpPr>
            <a:cxnSpLocks/>
          </p:cNvCxnSpPr>
          <p:nvPr/>
        </p:nvCxnSpPr>
        <p:spPr>
          <a:xfrm>
            <a:off x="8771021" y="2129589"/>
            <a:ext cx="1242946" cy="1804231"/>
          </a:xfrm>
          <a:prstGeom prst="straightConnector1">
            <a:avLst/>
          </a:prstGeom>
          <a:ln w="44450" cmpd="sng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984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Client should understand two main principles: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1. The only risk he/she should bear is the unpredictability of the return, or with other words: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market risk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yield could be positive, or negative, but the total invested capital never will be lost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2.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Risk/return relation</a:t>
            </a: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: As high risk he/she is ready to take as high return he/she can expect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Our tool for getting there together with the Client is the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MIFID-test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Client education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targeted level of understanding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418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Form groups with 3 members in each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Prepare a questionnaire based on the following topics: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Products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experiences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horizon (timeline)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Expectations, targets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Sustainability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Manage 3 interviews per group and classify the “Clients” into different risk-levels based on the results 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Low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Average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High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Group exercise (15’)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14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Which product have you ever had in your portfolio?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Bank deposit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Treasury Bond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Corporate Bond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Fund / ETF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Share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Structured product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Warrant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Certificate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Options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None of the above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experiences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46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Which product have you heard about already?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Bank deposit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Treasury Bond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Corporate Bond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Fund / ETF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Share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Structured product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Warrant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Certificate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Options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None of the above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experiences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828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 do you evaluate the level of your financial knowledge?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a. low 	b. average 	c. high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 many transactions do you manage per year?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a. 0-10 transactions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b. 11-50 transactions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c. more than 50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experiences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70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What is your average ticket-size?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a. HUF 0-500k		b. HUF 500k – HUF 5m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c. HUF 5m – HUF 20m	d. HUF 50m+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What is the average duration of your investment transactions?</a:t>
            </a:r>
            <a:endParaRPr lang="en-US" sz="16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a. short (0-1 year)		b. mid (1-3 years)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c. long (3 years+)		d. flexible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6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Investment experiences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661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Are you ready to take higher risk to reach higher return?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a. I am aware that in order to reach higher return higher risk should be taken, even with leveraging my original capital. I am ready to take higher risk and to finance additional capital, if needed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b. I am aware that in order order to reach a higher return higher risk should be taken, but I am not ready to take leverage in my portfolio. I am ready to risk just a smaller part of my portfolio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c. I am aware that in order order to reach a higher return higher risk should be taken, but I am interested in low-risk products only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appetite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31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For how long do you plan to hold your investments?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1 year		b. 1-3 years	c. 3-5 years	d. 5 years+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What is the purpose / purposes of your investments?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savings		b. speculation	c. retirement	d. other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Financial targets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59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 much savings can you take per a month?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HUF 0-100k	b. HUF 100k – 500k	c. HUF 500k+	d. varies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Where do you get your earnings from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salary	b. other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Do you have any financial obligation?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yes		b. 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Financial situation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57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Do you have financial educational background?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yes		b. no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Do you have any ESG-preferences?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Yes		b. no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AutoNum type="alphaL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Knowledge, ESG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816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Based on the results the Client should be classified as a low-/average-/high-risk client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Not only the Clients, but the products are classified as low-/average-/high risk-products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As the result of the investment advice the average risk-level of the proposed portfolio shouldn’t exceed the risk-level of the Client (investment advisory)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 case of portfolio-management services the investment policy should be aligned with the risk-category of the Client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Evaluation of the results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399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Additional product-limitations could be applied as well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Risk-limitations apply for the advice only, the Client is allowed to deviate at any time (execution-only)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ESG-compliancy should be double-checked separately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+1: Everything should be </a:t>
            </a: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strictly documented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Evaluation of the results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987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Cash				Low risk (C)		Risk scoring: 1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Treasury Bond			Low risk (C)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Capital guaranteed certificate		Low risk (C)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Corporate Bond			Average risk (B)		Risk scoring: 2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ETF / investment fund w/o leverage	Average risk (B)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Shares				Average risk (B)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Certificate w/o capital-guarantee	Average risk (B)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Other derivative products 		High risk (A)		Risk scoring: 3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ETF / investment fund with leverage	High risk (A)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The MiFID test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Product risk-categories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08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MiFID-compliancy</a:t>
            </a: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weighted risk-average of the Client’s portfolio shouldn’t exceed the Client’s risk-level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Risk categories based on the average risk scores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Average scoring: 1 – 1.5 	Category:    MIFID „C” (low)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Average scoring: 1.51 – 2 	Category:    MIFID „B” (average)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Average scoring: 2.01 - 3 	Category:    MIFID „C” (high)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Product-limitations apply (examples):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Low-risk Client shouldn’t get shares, or certificate w/o capital-guarantee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Controls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Portfolio-building rules and limitations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872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Issuer limit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Maximum weight of a given issuer: 25% (except for ETFs, investment funds)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Sector limit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Maximum weight of a given sector: 50% (except: “Mixed”, or “Sovereign”)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Regional limit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Maximum weight of a given geographic region: 50% (except: “Global”, or “North-America”)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Maturity limit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Maximum weight of bonds and T-bonds with 15 years+ remaining maturity: 50%</a:t>
            </a:r>
          </a:p>
          <a:p>
            <a:pPr marL="457200" indent="-4572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Controls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Portfolio-building rules and limitations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469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most important market tool of risk management tool is the diversification – the Markowitz-model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management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Diversification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8CA5D1-BFFA-AA29-032C-9CA16B9B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131" y="2342407"/>
            <a:ext cx="7449514" cy="446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8309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C018-5663-0FEF-CEBB-30EAA3BD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6" y="1734488"/>
            <a:ext cx="10921678" cy="4446394"/>
          </a:xfrm>
        </p:spPr>
        <p:txBody>
          <a:bodyPr vert="horz" lIns="0" tIns="0" rIns="0" bIns="0" numCol="1" spcCol="180000" rtlCol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What are the main dimensions you would propose to use for portfolio-diversification purposes?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Based on what criteria would you split a given portfolio?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What are the main differences between a low-/ an average-/ and a high-risk portfolio?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lang="en-US" sz="2000" kern="100" dirty="0">
              <a:solidFill>
                <a:srgbClr val="263A79"/>
              </a:solidFill>
              <a:latin typeface="Roboto Condensed Light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Proposal: use the same dimensions for the diversification we’ve just discussed: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horizon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Regions, markets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Sectors, topics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Investment tools (Products)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Currency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kern="100" dirty="0">
                <a:solidFill>
                  <a:srgbClr val="263A79"/>
                </a:solidFill>
                <a:latin typeface="Roboto Condensed Light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Issuer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management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Diversification - Group exercise (15’)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3594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B44078-D158-3706-FDC6-39CB0526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374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A4FC6C-9FDB-597C-694D-720E13C3ED0C}"/>
              </a:ext>
            </a:extLst>
          </p:cNvPr>
          <p:cNvSpPr txBox="1">
            <a:spLocks/>
          </p:cNvSpPr>
          <p:nvPr/>
        </p:nvSpPr>
        <p:spPr>
          <a:xfrm>
            <a:off x="838200" y="457200"/>
            <a:ext cx="10515600" cy="203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Maalbeck Kft</a:t>
            </a:r>
            <a:r>
              <a:rPr kumimoji="0" lang="hu-HU" altLang="en-HU" sz="1000" b="1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Black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• 1047 Budapest Attila utca 12–18., B. ép. fsz. 1. ajtó • +36 30 320 0387 • 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sandor.szabo@maalbeck.hu</a:t>
            </a:r>
            <a:r>
              <a:rPr kumimoji="0" lang="hu-HU" altLang="en-HU" sz="1000" b="0" i="0" strike="noStrike" cap="none" normalizeH="0" baseline="0">
                <a:ln>
                  <a:noFill/>
                </a:ln>
                <a:solidFill>
                  <a:srgbClr val="746357"/>
                </a:solidFill>
                <a:effectLst/>
                <a:latin typeface="Roboto Condensed Light" panose="0200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• www.maalbeck.hu</a:t>
            </a:r>
            <a:endParaRPr kumimoji="0" lang="hu-HU" altLang="en-HU" sz="10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4CA800-95E7-00E4-DEEB-CEA39A7D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ACA1BE-D9AA-9E4B-1EC7-85DA31CA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98"/>
            <a:ext cx="10454640" cy="1009762"/>
          </a:xfrm>
        </p:spPr>
        <p:txBody>
          <a:bodyPr>
            <a:normAutofit/>
          </a:bodyPr>
          <a:lstStyle/>
          <a:p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Risk management in practice</a:t>
            </a:r>
            <a:b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</a:br>
            <a:r>
              <a:rPr lang="en-GB" sz="2400" kern="100" dirty="0">
                <a:solidFill>
                  <a:srgbClr val="263A79"/>
                </a:solidFill>
                <a:latin typeface="Roboto Condensed Medium" panose="02000000000000000000" pitchFamily="2" charset="0"/>
                <a:ea typeface="+mn-ea"/>
                <a:cs typeface="Times New Roman" panose="02020603050405020304" pitchFamily="18" charset="0"/>
              </a:rPr>
              <a:t>Diversification – A target portfolio</a:t>
            </a:r>
            <a:endParaRPr lang="en-GB" sz="2400" kern="1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695CA52D-2B34-1408-DFAA-D35AF569D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504706"/>
              </p:ext>
            </p:extLst>
          </p:nvPr>
        </p:nvGraphicFramePr>
        <p:xfrm>
          <a:off x="385200" y="1756608"/>
          <a:ext cx="11321713" cy="477653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904919">
                  <a:extLst>
                    <a:ext uri="{9D8B030D-6E8A-4147-A177-3AD203B41FA5}">
                      <a16:colId xmlns:a16="http://schemas.microsoft.com/office/drawing/2014/main" val="143600281"/>
                    </a:ext>
                  </a:extLst>
                </a:gridCol>
                <a:gridCol w="2779327">
                  <a:extLst>
                    <a:ext uri="{9D8B030D-6E8A-4147-A177-3AD203B41FA5}">
                      <a16:colId xmlns:a16="http://schemas.microsoft.com/office/drawing/2014/main" val="4000268090"/>
                    </a:ext>
                  </a:extLst>
                </a:gridCol>
                <a:gridCol w="2779327">
                  <a:extLst>
                    <a:ext uri="{9D8B030D-6E8A-4147-A177-3AD203B41FA5}">
                      <a16:colId xmlns:a16="http://schemas.microsoft.com/office/drawing/2014/main" val="986914472"/>
                    </a:ext>
                  </a:extLst>
                </a:gridCol>
                <a:gridCol w="2858140">
                  <a:extLst>
                    <a:ext uri="{9D8B030D-6E8A-4147-A177-3AD203B41FA5}">
                      <a16:colId xmlns:a16="http://schemas.microsoft.com/office/drawing/2014/main" val="2144283032"/>
                    </a:ext>
                  </a:extLst>
                </a:gridCol>
              </a:tblGrid>
              <a:tr h="732999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noProof="0">
                          <a:solidFill>
                            <a:srgbClr val="005DA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DIMENSION / SUB-PORTFOLIO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noProof="0">
                          <a:solidFill>
                            <a:srgbClr val="005DA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CORE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noProof="0">
                          <a:solidFill>
                            <a:srgbClr val="005DA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OPTIONAL CORE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noProof="0" dirty="0">
                          <a:solidFill>
                            <a:srgbClr val="005DA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SATELITE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171652"/>
                  </a:ext>
                </a:extLst>
              </a:tr>
              <a:tr h="606111">
                <a:tc>
                  <a:txBody>
                    <a:bodyPr/>
                    <a:lstStyle/>
                    <a:p>
                      <a:r>
                        <a:rPr lang="en-US" sz="2000" b="1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Investment horizon</a:t>
                      </a:r>
                    </a:p>
                  </a:txBody>
                  <a:tcPr marL="84113" marR="84113" marT="58804" marB="5880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2-3 years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1-1.5 </a:t>
                      </a:r>
                      <a:r>
                        <a:rPr lang="en-US" sz="1800" b="0" kern="120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years</a:t>
                      </a:r>
                      <a:endParaRPr lang="en-US" sz="1800" b="0" cap="none" spc="0" noProof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1-3 months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834162"/>
                  </a:ext>
                </a:extLst>
              </a:tr>
              <a:tr h="1094455">
                <a:tc>
                  <a:txBody>
                    <a:bodyPr/>
                    <a:lstStyle/>
                    <a:p>
                      <a:r>
                        <a:rPr lang="en-US" sz="2000" b="1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Market / sector / topic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 bond market, Global equity market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ESG</a:t>
                      </a:r>
                    </a:p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Cybersecurity</a:t>
                      </a:r>
                    </a:p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Defense sector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Undervalued shares, bonds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824919"/>
                  </a:ext>
                </a:extLst>
              </a:tr>
              <a:tr h="7329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Region</a:t>
                      </a:r>
                    </a:p>
                    <a:p>
                      <a:endParaRPr lang="en-US" sz="2000" b="1" cap="none" spc="0" noProof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4113" marR="84113" marT="58804" marB="5880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 / global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 / global / EU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 / EU / Hungary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051367"/>
                  </a:ext>
                </a:extLst>
              </a:tr>
              <a:tr h="7329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Products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ETF, capital guaranteed certificate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ETF, certificate w/o capital guarantee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Individual shares, bonds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92813"/>
                  </a:ext>
                </a:extLst>
              </a:tr>
              <a:tr h="451198">
                <a:tc>
                  <a:txBody>
                    <a:bodyPr/>
                    <a:lstStyle/>
                    <a:p>
                      <a:r>
                        <a:rPr lang="en-US" sz="2000" b="1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</a:t>
                      </a:r>
                    </a:p>
                  </a:txBody>
                  <a:tcPr marL="84113" marR="84113" marT="58804" marB="5880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0-40%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0-60%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0-30%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676706"/>
                  </a:ext>
                </a:extLst>
              </a:tr>
              <a:tr h="425773">
                <a:tc>
                  <a:txBody>
                    <a:bodyPr/>
                    <a:lstStyle/>
                    <a:p>
                      <a:r>
                        <a:rPr lang="en-US" sz="2000" b="1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Preferred currency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USD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USD, EUR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none" spc="0" noProof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USD, HUF</a:t>
                      </a:r>
                    </a:p>
                  </a:txBody>
                  <a:tcPr marL="84113" marR="84113" marT="58804" marB="588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74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841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96DC47-C79C-1757-1906-7B468C9B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75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28772877-1714-E04F-5464-ED0399446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29" y="1807410"/>
            <a:ext cx="8071109" cy="2736645"/>
          </a:xfrm>
        </p:spPr>
        <p:txBody>
          <a:bodyPr>
            <a:noAutofit/>
          </a:bodyPr>
          <a:lstStyle/>
          <a:p>
            <a:pPr algn="l"/>
            <a: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  <a:t>Questions?</a:t>
            </a:r>
            <a:b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</a:br>
            <a:b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</a:br>
            <a: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  <a:t>Answers!</a:t>
            </a:r>
            <a:endParaRPr lang="en-US" sz="6200" spc="-200" dirty="0">
              <a:latin typeface="Roboto Condensed Light" panose="02000000000000000000" pitchFamily="2" charset="0"/>
              <a:ea typeface="Roboto Condensed Light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315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96DC47-C79C-1757-1906-7B468C9B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75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28772877-1714-E04F-5464-ED0399446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48" y="1145672"/>
            <a:ext cx="8071109" cy="2736645"/>
          </a:xfrm>
        </p:spPr>
        <p:txBody>
          <a:bodyPr>
            <a:noAutofit/>
          </a:bodyPr>
          <a:lstStyle/>
          <a:p>
            <a:pPr algn="l"/>
            <a: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  <a:t>Thanks for your attention!</a:t>
            </a:r>
            <a:br>
              <a:rPr lang="en-US" sz="6200" kern="100" spc="-200" dirty="0">
                <a:solidFill>
                  <a:srgbClr val="A3744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" panose="020B0604020202020204" pitchFamily="34" charset="0"/>
              </a:rPr>
            </a:br>
            <a:endParaRPr lang="en-US" sz="6200" spc="-200" dirty="0">
              <a:latin typeface="Roboto Condensed Light" panose="02000000000000000000" pitchFamily="2" charset="0"/>
              <a:ea typeface="Roboto Condensed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5FCF58C-CD89-64D6-7921-C7C63FD00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5000" y="4205767"/>
            <a:ext cx="8002283" cy="1644443"/>
          </a:xfrm>
        </p:spPr>
        <p:txBody>
          <a:bodyPr>
            <a:normAutofit/>
          </a:bodyPr>
          <a:lstStyle/>
          <a:p>
            <a:pPr algn="l"/>
            <a:r>
              <a:rPr lang="hu-HU" sz="2000" b="1" dirty="0">
                <a:solidFill>
                  <a:srgbClr val="263A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Sándor Szabó</a:t>
            </a:r>
          </a:p>
          <a:p>
            <a:pPr algn="l"/>
            <a:r>
              <a:rPr lang="hu-HU" sz="2000" dirty="0">
                <a:solidFill>
                  <a:srgbClr val="263A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sandor.szabo@maalbeck.hu</a:t>
            </a:r>
            <a:endParaRPr lang="hu-HU" sz="2000" dirty="0">
              <a:solidFill>
                <a:srgbClr val="263A7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hu-HU" sz="2000" dirty="0">
                <a:solidFill>
                  <a:srgbClr val="263A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+36 30 320 0387</a:t>
            </a:r>
          </a:p>
        </p:txBody>
      </p:sp>
    </p:spTree>
    <p:extLst>
      <p:ext uri="{BB962C8B-B14F-4D97-AF65-F5344CB8AC3E}">
        <p14:creationId xmlns:p14="http://schemas.microsoft.com/office/powerpoint/2010/main" val="381725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albeck_PREZ_minta.pptx" id="{C8850F89-B5F9-954D-A076-754CE3FDE624}" vid="{D9DFA41B-1BCE-AA4D-9B0F-8089C03969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</TotalTime>
  <Words>4825</Words>
  <Application>Microsoft Macintosh PowerPoint</Application>
  <PresentationFormat>Szélesvásznú</PresentationFormat>
  <Paragraphs>472</Paragraphs>
  <Slides>54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54</vt:i4>
      </vt:variant>
    </vt:vector>
  </HeadingPairs>
  <TitlesOfParts>
    <vt:vector size="62" baseType="lpstr">
      <vt:lpstr>Aptos</vt:lpstr>
      <vt:lpstr>Aptos Display</vt:lpstr>
      <vt:lpstr>Arial</vt:lpstr>
      <vt:lpstr>Roboto</vt:lpstr>
      <vt:lpstr>Roboto Condensed Black</vt:lpstr>
      <vt:lpstr>Roboto Condensed Light</vt:lpstr>
      <vt:lpstr>Roboto Condensed Medium</vt:lpstr>
      <vt:lpstr>Office-téma</vt:lpstr>
      <vt:lpstr>Risk management practices in investment advisory</vt:lpstr>
      <vt:lpstr>Introduction – Sándor Szabó</vt:lpstr>
      <vt:lpstr>Introduction – Career stages related to investments</vt:lpstr>
      <vt:lpstr>Investment advisory is a risky business.. What others think about it..</vt:lpstr>
      <vt:lpstr>Investment advisory is a risky business.. What others think about it..</vt:lpstr>
      <vt:lpstr>Investment advisory is a risky business.. What others think about it..</vt:lpstr>
      <vt:lpstr>But the reality is..</vt:lpstr>
      <vt:lpstr>But the reality is..</vt:lpstr>
      <vt:lpstr>But the reality is..</vt:lpstr>
      <vt:lpstr>But investment advisory is really risky business, because..</vt:lpstr>
      <vt:lpstr>Risk management in practice Tools / Topics for discussion</vt:lpstr>
      <vt:lpstr>Investment services The legal background</vt:lpstr>
      <vt:lpstr>Investment services Products</vt:lpstr>
      <vt:lpstr>Investment services Service-types</vt:lpstr>
      <vt:lpstr>Investment services Broking services (execution only services)</vt:lpstr>
      <vt:lpstr>Investment services Investment advisory</vt:lpstr>
      <vt:lpstr>Investment services Portfolio management</vt:lpstr>
      <vt:lpstr>Investment services Know Your Client AND Know Your Market</vt:lpstr>
      <vt:lpstr>Investment services Split of tasks</vt:lpstr>
      <vt:lpstr>Investment services Split of tasks</vt:lpstr>
      <vt:lpstr>Regulatory approach Asymmetric information</vt:lpstr>
      <vt:lpstr>A bit of history Where does this regulatory approach come from?</vt:lpstr>
      <vt:lpstr>CDOs Collateralized Debt Obligations</vt:lpstr>
      <vt:lpstr>CDOs General principles</vt:lpstr>
      <vt:lpstr>CDOs Loss adsorption</vt:lpstr>
      <vt:lpstr>CDOs CDOs with subprime exposure</vt:lpstr>
      <vt:lpstr>But what subprime is? The Big Short continued..</vt:lpstr>
      <vt:lpstr>CDOs CDS – Credit Default Swap</vt:lpstr>
      <vt:lpstr>CDS – Credit Default Swap The Big Short continued..</vt:lpstr>
      <vt:lpstr>CDOs Why is this story interesting for us today?</vt:lpstr>
      <vt:lpstr>Regulatory approach Asymmetric information</vt:lpstr>
      <vt:lpstr>The MIFID-test The purposes of the test – understanding the Client</vt:lpstr>
      <vt:lpstr>Client education Risks involved in investments</vt:lpstr>
      <vt:lpstr>Client education Risk vs return</vt:lpstr>
      <vt:lpstr>Client education The targeted level of understanding</vt:lpstr>
      <vt:lpstr>The MiFID test Group exercise (15’)</vt:lpstr>
      <vt:lpstr>The MiFID test in practice Investment experiences</vt:lpstr>
      <vt:lpstr>The MiFID test in practice Investment experiences</vt:lpstr>
      <vt:lpstr>The MiFID test in practice Investment experiences</vt:lpstr>
      <vt:lpstr>The MiFID test in practice Investment experiences</vt:lpstr>
      <vt:lpstr>The MiFID test in practice Risk appetite</vt:lpstr>
      <vt:lpstr>The MiFID test in practice Financial targets</vt:lpstr>
      <vt:lpstr>The MiFID test in practice Financial situation</vt:lpstr>
      <vt:lpstr>The MiFID test in practice Knowledge, ESG</vt:lpstr>
      <vt:lpstr>The MiFID test in practice Evaluation of the results</vt:lpstr>
      <vt:lpstr>The MiFID test in practice Evaluation of the results</vt:lpstr>
      <vt:lpstr>The MiFID test in practice Product risk-categories</vt:lpstr>
      <vt:lpstr>Controls Portfolio-building rules and limitations</vt:lpstr>
      <vt:lpstr>Controls Portfolio-building rules and limitations</vt:lpstr>
      <vt:lpstr>Risk management in practice Diversification</vt:lpstr>
      <vt:lpstr>Risk management in practice Diversification - Group exercise (15’)</vt:lpstr>
      <vt:lpstr>Risk management in practice Diversification – A target portfolio</vt:lpstr>
      <vt:lpstr>Questions?  Answers!</vt:lpstr>
      <vt:lpstr>Thanks for your attention!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Sandor Szabo</dc:creator>
  <cp:keywords/>
  <dc:description/>
  <cp:lastModifiedBy>Sandor Szabo</cp:lastModifiedBy>
  <cp:revision>3</cp:revision>
  <dcterms:created xsi:type="dcterms:W3CDTF">2024-02-11T14:18:25Z</dcterms:created>
  <dcterms:modified xsi:type="dcterms:W3CDTF">2024-02-26T22:14:15Z</dcterms:modified>
  <cp:category/>
</cp:coreProperties>
</file>