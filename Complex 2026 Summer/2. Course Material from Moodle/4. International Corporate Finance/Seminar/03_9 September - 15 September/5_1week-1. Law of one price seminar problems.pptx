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3" r:id="rId3"/>
    <p:sldId id="330" r:id="rId4"/>
    <p:sldId id="334" r:id="rId5"/>
    <p:sldId id="335" r:id="rId6"/>
    <p:sldId id="336" r:id="rId7"/>
    <p:sldId id="33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94E2-FB5D-110A-0147-B9B98981A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B4628-3798-8B05-E216-337077FDF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C6C6-9E8C-1D74-9F45-C6DD279C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A8A4C-350F-A7B3-43E0-D4801D54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1727-5EC8-2657-924F-90F0AE96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CD09-8AD4-94D3-8E60-669E93B5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B2E2-8AE3-4C5B-BC01-CE339BA9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042EE-4A5C-0D6E-EE59-994C9CAF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D875-95AB-6B59-6DF9-ECE2730D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CF62C-5885-BD47-A171-416CD70C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8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20879-206A-DD66-DAB1-F1385DB6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1BC84-403B-011A-DA53-1F9E66FDE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26525-A486-A52F-2CBE-2D53F542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0906-2F38-5272-4B6D-D9B38001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240B-2F29-E2F2-F258-1E99E5A7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1CF2-E139-5C2B-F0C6-2030F601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4F48-62A0-12EF-6B33-AB28A8749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3515F-40DE-FC47-01E0-9E3413BE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1DC02-8977-7D11-3C4D-73DC0C4C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D36B2-FCE0-B5B8-1B26-C6847F8DF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E60E4-05D1-BFAF-FA64-553B0CA7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1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5F0B-B433-05EF-F860-6F6F8554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1833-0DC3-24CC-9D56-2328C9191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77E88-314B-E219-E2B5-B3880EF0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EF0E3-F3AB-7E5C-B2B9-D6F52C7C5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F1CAF-33E2-1222-7D80-B73D94CAD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1EA24-1F25-1AB0-F512-6D8284C9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273C5-1B88-24EA-84BB-16C3A3D1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0DAA5-9607-4472-ACC1-949F36F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7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EC54-69C6-BC4A-89E1-FDBA58F0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D28A8-9368-FD03-0435-87A0B1AA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E469B-DEA4-B3E4-144F-98783F2A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F18CC-440B-290E-608A-D842D7E3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7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E33ED-BD14-B971-13E9-F45407C2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09122-20AB-96FE-51B5-1FF93F56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59610-F669-0179-C08A-E12B4703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7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F3D5-EE18-1E78-DE4C-16CF8E37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7C1C-104E-BC03-EB9F-890874EB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B7404-6F31-36BD-53A2-A790FD904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CB94-D7C7-1FF9-760F-984672EDA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9EC7-124F-18B3-741D-4DC4B555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17A1F-25FF-E24A-AAD7-B8A80CEC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0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B290-D26A-A9E8-3C84-71063681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E093F-0F1D-7F09-A969-DDB1FBED6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CE43E-5CC2-EEB6-6F8B-63A034C53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BA32A-3056-4744-C5F5-8993D59AB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A2A7F-27B3-CCDF-16A5-7C1A632A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1DDF-9C00-9A42-5F9B-5DB62B72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4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4CD6-36AE-EC64-7525-99830BE2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DF517-9740-FFD4-D8BA-D8DFA59C7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078D2-DD79-3546-6142-4856BF6C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E434-D6D4-7AC3-8BF2-67C91A63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AE5B-18AE-75EF-47EA-095BD703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2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3C8DE7-88A0-1474-935F-98740B42E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77032-49A1-9875-925B-E2E25A5AC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0B92C-D48B-1DDF-1C8C-4C4A0049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D25F6-1FDC-EBC2-107D-057D3EE6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00E0E-B927-8A01-E50D-ACC7F4C6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4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ímsor +1 felsorol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07D3E3-AE15-4CCF-87C9-79791466A6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813" y="1583728"/>
            <a:ext cx="11091861" cy="69769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36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hu-HU" dirty="0"/>
              <a:t>Georgia </a:t>
            </a:r>
            <a:r>
              <a:rPr lang="en-US" dirty="0"/>
              <a:t>36</a:t>
            </a:r>
            <a:r>
              <a:rPr lang="hu-HU" dirty="0"/>
              <a:t> </a:t>
            </a:r>
            <a:r>
              <a:rPr lang="hu-HU" dirty="0" err="1"/>
              <a:t>pt</a:t>
            </a:r>
            <a:endParaRPr lang="hu-HU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0785E47-8640-445E-ADE0-B4AF3857840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1042987" y="2628900"/>
            <a:ext cx="10580687" cy="3644900"/>
          </a:xfrm>
          <a:prstGeom prst="rect">
            <a:avLst/>
          </a:prstGeom>
        </p:spPr>
        <p:txBody>
          <a:bodyPr lIns="0" tIns="0" rIns="0" bIns="0"/>
          <a:lstStyle>
            <a:lvl1pPr marL="216000" indent="-216000" defTabSz="54000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11000"/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 dirty="0" err="1"/>
              <a:t>Arial</a:t>
            </a:r>
            <a:r>
              <a:rPr lang="hu-HU" dirty="0"/>
              <a:t> 18 </a:t>
            </a:r>
            <a:r>
              <a:rPr lang="hu-HU" dirty="0" err="1"/>
              <a:t>pt</a:t>
            </a:r>
            <a:r>
              <a:rPr lang="hu-HU" dirty="0"/>
              <a:t> felsorolás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407B58E-6656-479D-A528-169ECA6EF1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361112" y="802093"/>
            <a:ext cx="5262562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lang="hu-HU" sz="1200" dirty="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Header</a:t>
            </a:r>
            <a:endParaRPr lang="hu-HU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4FC81C9-D12D-4A6F-A215-C7503B2C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80475" y="553688"/>
            <a:ext cx="2743200" cy="18410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rgbClr val="1B213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7091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F4289-CE46-E1DD-231D-1CBF4F8F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1BACB-C415-4304-95D0-815E1C3A3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CB67A-AB7C-1A0B-2A84-C53B29F0F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869AA-4D20-449A-AFDD-9801084980B1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EB421-91EE-326F-5F7C-604CE40DE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16B1-458E-21BB-7DBA-B8F65442C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AD196-9FFE-4BFE-9B56-6B1C5AB83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CA3F-AA2B-3EBB-6709-BC384CD79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2. Seminar 3.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01EE9-5FA1-34BB-8599-5E1D5AE27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2787226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  <p:pic>
        <p:nvPicPr>
          <p:cNvPr id="6" name="Kép 5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72" y="2349042"/>
            <a:ext cx="8367385" cy="232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98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  <p:pic>
        <p:nvPicPr>
          <p:cNvPr id="7" name="Kép 6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04" y="2413462"/>
            <a:ext cx="8420071" cy="25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0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  <p:pic>
        <p:nvPicPr>
          <p:cNvPr id="6" name="Kép 5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3" y="2281418"/>
            <a:ext cx="9245494" cy="256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3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  <p:pic>
        <p:nvPicPr>
          <p:cNvPr id="7" name="Kép 6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91" y="2395259"/>
            <a:ext cx="9264132" cy="180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3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  <p:pic>
        <p:nvPicPr>
          <p:cNvPr id="6" name="Kép 5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3" y="2281418"/>
            <a:ext cx="8996342" cy="22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16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CB0B4-71A2-4EF6-8665-0F474940E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B36F2-76DF-467F-BCCE-F99D399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2AA8-89B5-4212-8DD8-FA9CB978D898}" type="datetime3">
              <a:rPr lang="en-US" smtClean="0"/>
              <a:t>3 September 2024</a:t>
            </a:fld>
            <a:endParaRPr lang="hu-HU" dirty="0"/>
          </a:p>
        </p:txBody>
      </p:sp>
      <p:pic>
        <p:nvPicPr>
          <p:cNvPr id="7" name="Kép 6" descr="Képernyőrész kivágás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3" y="2281418"/>
            <a:ext cx="10445662" cy="123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3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19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Week 2. Seminar 3.</vt:lpstr>
      <vt:lpstr>Exercises</vt:lpstr>
      <vt:lpstr>Exercises</vt:lpstr>
      <vt:lpstr>Exercises</vt:lpstr>
      <vt:lpstr>Exercises</vt:lpstr>
      <vt:lpstr>Exercises</vt:lpstr>
      <vt:lpstr>Exercises</vt:lpstr>
    </vt:vector>
  </TitlesOfParts>
  <Company>Budapest Corvinus Egyetem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1. Seminar 2.</dc:title>
  <dc:creator>Yusifzada Leyla</dc:creator>
  <cp:lastModifiedBy>Yusifzada Leyla</cp:lastModifiedBy>
  <cp:revision>2</cp:revision>
  <dcterms:created xsi:type="dcterms:W3CDTF">2024-04-10T21:30:29Z</dcterms:created>
  <dcterms:modified xsi:type="dcterms:W3CDTF">2024-09-04T12:58:57Z</dcterms:modified>
</cp:coreProperties>
</file>