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notesMasterIdLst>
    <p:notesMasterId r:id="rId7"/>
  </p:notesMasterIdLst>
  <p:sldIdLst>
    <p:sldId id="274" r:id="rId2"/>
    <p:sldId id="268" r:id="rId3"/>
    <p:sldId id="260" r:id="rId4"/>
    <p:sldId id="275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11D16A9-418E-4D7B-835C-0694AB081678}" type="datetimeFigureOut">
              <a:rPr lang="en-US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605034D-3231-4DB0-A9B9-3BB1FBA622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8888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4E3D10-3D82-4888-AC98-2CEE898C219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316887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xmlns="" val="1764570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xmlns="" val="234906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81CCFDA-78CC-4EF6-BE45-98A33DECDC2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76156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16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512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xmlns="" val="341134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5760 w 4848"/>
                  <a:gd name="T1" fmla="*/ 1032 h 432"/>
                  <a:gd name="T2" fmla="*/ 0 w 4848"/>
                  <a:gd name="T3" fmla="*/ 1032 h 432"/>
                  <a:gd name="T4" fmla="*/ 0 w 4848"/>
                  <a:gd name="T5" fmla="*/ 0 h 432"/>
                  <a:gd name="T6" fmla="*/ 5760 w 4848"/>
                  <a:gd name="T7" fmla="*/ 0 h 432"/>
                  <a:gd name="T8" fmla="*/ 5760 w 4848"/>
                  <a:gd name="T9" fmla="*/ 10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6 w 15"/>
                    <a:gd name="T1" fmla="*/ 10 h 23"/>
                    <a:gd name="T2" fmla="*/ 17 w 15"/>
                    <a:gd name="T3" fmla="*/ 4 h 23"/>
                    <a:gd name="T4" fmla="*/ 15 w 15"/>
                    <a:gd name="T5" fmla="*/ 15 h 23"/>
                    <a:gd name="T6" fmla="*/ 6 w 15"/>
                    <a:gd name="T7" fmla="*/ 10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1 h 23"/>
                    <a:gd name="T2" fmla="*/ 12 w 20"/>
                    <a:gd name="T3" fmla="*/ 3 h 23"/>
                    <a:gd name="T4" fmla="*/ 7 w 20"/>
                    <a:gd name="T5" fmla="*/ 17 h 23"/>
                    <a:gd name="T6" fmla="*/ 3 w 20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7 w 30"/>
                    <a:gd name="T1" fmla="*/ 27 h 42"/>
                    <a:gd name="T2" fmla="*/ 8 w 30"/>
                    <a:gd name="T3" fmla="*/ 17 h 42"/>
                    <a:gd name="T4" fmla="*/ 0 w 30"/>
                    <a:gd name="T5" fmla="*/ 7 h 42"/>
                    <a:gd name="T6" fmla="*/ 17 w 30"/>
                    <a:gd name="T7" fmla="*/ 2 h 42"/>
                    <a:gd name="T8" fmla="*/ 31 w 30"/>
                    <a:gd name="T9" fmla="*/ 19 h 42"/>
                    <a:gd name="T10" fmla="*/ 29 w 30"/>
                    <a:gd name="T11" fmla="*/ 25 h 42"/>
                    <a:gd name="T12" fmla="*/ 17 w 30"/>
                    <a:gd name="T13" fmla="*/ 27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2 h 16"/>
                    <a:gd name="T2" fmla="*/ 3 w 25"/>
                    <a:gd name="T3" fmla="*/ 6 h 16"/>
                    <a:gd name="T4" fmla="*/ 15 w 25"/>
                    <a:gd name="T5" fmla="*/ 0 h 16"/>
                    <a:gd name="T6" fmla="*/ 15 w 25"/>
                    <a:gd name="T7" fmla="*/ 1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0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10 h 46"/>
                    <a:gd name="T8" fmla="*/ 32 w 65"/>
                    <a:gd name="T9" fmla="*/ 22 h 46"/>
                    <a:gd name="T10" fmla="*/ 12 w 65"/>
                    <a:gd name="T11" fmla="*/ 39 h 46"/>
                    <a:gd name="T12" fmla="*/ 8 w 65"/>
                    <a:gd name="T13" fmla="*/ 17 h 46"/>
                    <a:gd name="T14" fmla="*/ 12 w 65"/>
                    <a:gd name="T15" fmla="*/ 12 h 46"/>
                    <a:gd name="T16" fmla="*/ 14 w 65"/>
                    <a:gd name="T17" fmla="*/ 20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6 h 47"/>
                    <a:gd name="T2" fmla="*/ 18 w 69"/>
                    <a:gd name="T3" fmla="*/ 21 h 47"/>
                    <a:gd name="T4" fmla="*/ 51 w 69"/>
                    <a:gd name="T5" fmla="*/ 1 h 47"/>
                    <a:gd name="T6" fmla="*/ 63 w 69"/>
                    <a:gd name="T7" fmla="*/ 2 h 47"/>
                    <a:gd name="T8" fmla="*/ 49 w 69"/>
                    <a:gd name="T9" fmla="*/ 16 h 47"/>
                    <a:gd name="T10" fmla="*/ 28 w 69"/>
                    <a:gd name="T11" fmla="*/ 27 h 47"/>
                    <a:gd name="T12" fmla="*/ 22 w 69"/>
                    <a:gd name="T13" fmla="*/ 39 h 47"/>
                    <a:gd name="T14" fmla="*/ 16 w 69"/>
                    <a:gd name="T15" fmla="*/ 37 h 47"/>
                    <a:gd name="T16" fmla="*/ 12 w 69"/>
                    <a:gd name="T17" fmla="*/ 32 h 47"/>
                    <a:gd name="T18" fmla="*/ 0 w 69"/>
                    <a:gd name="T19" fmla="*/ 29 h 47"/>
                    <a:gd name="T20" fmla="*/ 0 w 69"/>
                    <a:gd name="T21" fmla="*/ 26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3 h 277"/>
                    <a:gd name="T2" fmla="*/ 36 w 355"/>
                    <a:gd name="T3" fmla="*/ 15 h 277"/>
                    <a:gd name="T4" fmla="*/ 46 w 355"/>
                    <a:gd name="T5" fmla="*/ 25 h 277"/>
                    <a:gd name="T6" fmla="*/ 76 w 355"/>
                    <a:gd name="T7" fmla="*/ 43 h 277"/>
                    <a:gd name="T8" fmla="*/ 92 w 355"/>
                    <a:gd name="T9" fmla="*/ 54 h 277"/>
                    <a:gd name="T10" fmla="*/ 122 w 355"/>
                    <a:gd name="T11" fmla="*/ 81 h 277"/>
                    <a:gd name="T12" fmla="*/ 136 w 355"/>
                    <a:gd name="T13" fmla="*/ 105 h 277"/>
                    <a:gd name="T14" fmla="*/ 148 w 355"/>
                    <a:gd name="T15" fmla="*/ 109 h 277"/>
                    <a:gd name="T16" fmla="*/ 154 w 355"/>
                    <a:gd name="T17" fmla="*/ 123 h 277"/>
                    <a:gd name="T18" fmla="*/ 176 w 355"/>
                    <a:gd name="T19" fmla="*/ 125 h 277"/>
                    <a:gd name="T20" fmla="*/ 170 w 355"/>
                    <a:gd name="T21" fmla="*/ 161 h 277"/>
                    <a:gd name="T22" fmla="*/ 179 w 355"/>
                    <a:gd name="T23" fmla="*/ 184 h 277"/>
                    <a:gd name="T24" fmla="*/ 197 w 355"/>
                    <a:gd name="T25" fmla="*/ 191 h 277"/>
                    <a:gd name="T26" fmla="*/ 215 w 355"/>
                    <a:gd name="T27" fmla="*/ 193 h 277"/>
                    <a:gd name="T28" fmla="*/ 235 w 355"/>
                    <a:gd name="T29" fmla="*/ 199 h 277"/>
                    <a:gd name="T30" fmla="*/ 253 w 355"/>
                    <a:gd name="T31" fmla="*/ 194 h 277"/>
                    <a:gd name="T32" fmla="*/ 271 w 355"/>
                    <a:gd name="T33" fmla="*/ 204 h 277"/>
                    <a:gd name="T34" fmla="*/ 295 w 355"/>
                    <a:gd name="T35" fmla="*/ 211 h 277"/>
                    <a:gd name="T36" fmla="*/ 313 w 355"/>
                    <a:gd name="T37" fmla="*/ 217 h 277"/>
                    <a:gd name="T38" fmla="*/ 351 w 355"/>
                    <a:gd name="T39" fmla="*/ 219 h 277"/>
                    <a:gd name="T40" fmla="*/ 341 w 355"/>
                    <a:gd name="T41" fmla="*/ 226 h 277"/>
                    <a:gd name="T42" fmla="*/ 321 w 355"/>
                    <a:gd name="T43" fmla="*/ 224 h 277"/>
                    <a:gd name="T44" fmla="*/ 299 w 355"/>
                    <a:gd name="T45" fmla="*/ 222 h 277"/>
                    <a:gd name="T46" fmla="*/ 287 w 355"/>
                    <a:gd name="T47" fmla="*/ 219 h 277"/>
                    <a:gd name="T48" fmla="*/ 251 w 355"/>
                    <a:gd name="T49" fmla="*/ 217 h 277"/>
                    <a:gd name="T50" fmla="*/ 233 w 355"/>
                    <a:gd name="T51" fmla="*/ 214 h 277"/>
                    <a:gd name="T52" fmla="*/ 172 w 355"/>
                    <a:gd name="T53" fmla="*/ 199 h 277"/>
                    <a:gd name="T54" fmla="*/ 160 w 355"/>
                    <a:gd name="T55" fmla="*/ 178 h 277"/>
                    <a:gd name="T56" fmla="*/ 126 w 355"/>
                    <a:gd name="T57" fmla="*/ 165 h 277"/>
                    <a:gd name="T58" fmla="*/ 108 w 355"/>
                    <a:gd name="T59" fmla="*/ 153 h 277"/>
                    <a:gd name="T60" fmla="*/ 94 w 355"/>
                    <a:gd name="T61" fmla="*/ 130 h 277"/>
                    <a:gd name="T62" fmla="*/ 68 w 355"/>
                    <a:gd name="T63" fmla="*/ 89 h 277"/>
                    <a:gd name="T64" fmla="*/ 64 w 355"/>
                    <a:gd name="T65" fmla="*/ 84 h 277"/>
                    <a:gd name="T66" fmla="*/ 58 w 355"/>
                    <a:gd name="T67" fmla="*/ 82 h 277"/>
                    <a:gd name="T68" fmla="*/ 54 w 355"/>
                    <a:gd name="T69" fmla="*/ 72 h 277"/>
                    <a:gd name="T70" fmla="*/ 38 w 355"/>
                    <a:gd name="T71" fmla="*/ 48 h 277"/>
                    <a:gd name="T72" fmla="*/ 20 w 355"/>
                    <a:gd name="T73" fmla="*/ 33 h 277"/>
                    <a:gd name="T74" fmla="*/ 4 w 355"/>
                    <a:gd name="T75" fmla="*/ 18 h 277"/>
                    <a:gd name="T76" fmla="*/ 10 w 355"/>
                    <a:gd name="T77" fmla="*/ 2 h 277"/>
                    <a:gd name="T78" fmla="*/ 10 w 355"/>
                    <a:gd name="T79" fmla="*/ 3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54 h 206"/>
                    <a:gd name="T2" fmla="*/ 66 w 156"/>
                    <a:gd name="T3" fmla="*/ 47 h 206"/>
                    <a:gd name="T4" fmla="*/ 68 w 156"/>
                    <a:gd name="T5" fmla="*/ 42 h 206"/>
                    <a:gd name="T6" fmla="*/ 81 w 156"/>
                    <a:gd name="T7" fmla="*/ 36 h 206"/>
                    <a:gd name="T8" fmla="*/ 107 w 156"/>
                    <a:gd name="T9" fmla="*/ 18 h 206"/>
                    <a:gd name="T10" fmla="*/ 113 w 156"/>
                    <a:gd name="T11" fmla="*/ 3 h 206"/>
                    <a:gd name="T12" fmla="*/ 125 w 156"/>
                    <a:gd name="T13" fmla="*/ 0 h 206"/>
                    <a:gd name="T14" fmla="*/ 151 w 156"/>
                    <a:gd name="T15" fmla="*/ 23 h 206"/>
                    <a:gd name="T16" fmla="*/ 147 w 156"/>
                    <a:gd name="T17" fmla="*/ 36 h 206"/>
                    <a:gd name="T18" fmla="*/ 127 w 156"/>
                    <a:gd name="T19" fmla="*/ 52 h 206"/>
                    <a:gd name="T20" fmla="*/ 133 w 156"/>
                    <a:gd name="T21" fmla="*/ 76 h 206"/>
                    <a:gd name="T22" fmla="*/ 143 w 156"/>
                    <a:gd name="T23" fmla="*/ 89 h 206"/>
                    <a:gd name="T24" fmla="*/ 147 w 156"/>
                    <a:gd name="T25" fmla="*/ 104 h 206"/>
                    <a:gd name="T26" fmla="*/ 129 w 156"/>
                    <a:gd name="T27" fmla="*/ 104 h 206"/>
                    <a:gd name="T28" fmla="*/ 117 w 156"/>
                    <a:gd name="T29" fmla="*/ 118 h 206"/>
                    <a:gd name="T30" fmla="*/ 105 w 156"/>
                    <a:gd name="T31" fmla="*/ 126 h 206"/>
                    <a:gd name="T32" fmla="*/ 101 w 156"/>
                    <a:gd name="T33" fmla="*/ 161 h 206"/>
                    <a:gd name="T34" fmla="*/ 89 w 156"/>
                    <a:gd name="T35" fmla="*/ 164 h 206"/>
                    <a:gd name="T36" fmla="*/ 83 w 156"/>
                    <a:gd name="T37" fmla="*/ 167 h 206"/>
                    <a:gd name="T38" fmla="*/ 76 w 156"/>
                    <a:gd name="T39" fmla="*/ 164 h 206"/>
                    <a:gd name="T40" fmla="*/ 72 w 156"/>
                    <a:gd name="T41" fmla="*/ 154 h 206"/>
                    <a:gd name="T42" fmla="*/ 60 w 156"/>
                    <a:gd name="T43" fmla="*/ 151 h 206"/>
                    <a:gd name="T44" fmla="*/ 42 w 156"/>
                    <a:gd name="T45" fmla="*/ 157 h 206"/>
                    <a:gd name="T46" fmla="*/ 28 w 156"/>
                    <a:gd name="T47" fmla="*/ 151 h 206"/>
                    <a:gd name="T48" fmla="*/ 10 w 156"/>
                    <a:gd name="T49" fmla="*/ 120 h 206"/>
                    <a:gd name="T50" fmla="*/ 4 w 156"/>
                    <a:gd name="T51" fmla="*/ 105 h 206"/>
                    <a:gd name="T52" fmla="*/ 0 w 156"/>
                    <a:gd name="T53" fmla="*/ 96 h 206"/>
                    <a:gd name="T54" fmla="*/ 20 w 156"/>
                    <a:gd name="T55" fmla="*/ 78 h 206"/>
                    <a:gd name="T56" fmla="*/ 32 w 156"/>
                    <a:gd name="T57" fmla="*/ 84 h 206"/>
                    <a:gd name="T58" fmla="*/ 34 w 156"/>
                    <a:gd name="T59" fmla="*/ 65 h 206"/>
                    <a:gd name="T60" fmla="*/ 52 w 156"/>
                    <a:gd name="T61" fmla="*/ 57 h 206"/>
                    <a:gd name="T62" fmla="*/ 54 w 156"/>
                    <a:gd name="T63" fmla="*/ 54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27 h 38"/>
                    <a:gd name="T2" fmla="*/ 18 w 109"/>
                    <a:gd name="T3" fmla="*/ 8 h 38"/>
                    <a:gd name="T4" fmla="*/ 46 w 109"/>
                    <a:gd name="T5" fmla="*/ 17 h 38"/>
                    <a:gd name="T6" fmla="*/ 73 w 109"/>
                    <a:gd name="T7" fmla="*/ 12 h 38"/>
                    <a:gd name="T8" fmla="*/ 91 w 109"/>
                    <a:gd name="T9" fmla="*/ 0 h 38"/>
                    <a:gd name="T10" fmla="*/ 77 w 109"/>
                    <a:gd name="T11" fmla="*/ 22 h 38"/>
                    <a:gd name="T12" fmla="*/ 61 w 109"/>
                    <a:gd name="T13" fmla="*/ 32 h 38"/>
                    <a:gd name="T14" fmla="*/ 42 w 109"/>
                    <a:gd name="T15" fmla="*/ 27 h 38"/>
                    <a:gd name="T16" fmla="*/ 14 w 109"/>
                    <a:gd name="T17" fmla="*/ 25 h 38"/>
                    <a:gd name="T18" fmla="*/ 4 w 109"/>
                    <a:gd name="T19" fmla="*/ 27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5 h 104"/>
                    <a:gd name="T2" fmla="*/ 18 w 76"/>
                    <a:gd name="T3" fmla="*/ 0 h 104"/>
                    <a:gd name="T4" fmla="*/ 34 w 76"/>
                    <a:gd name="T5" fmla="*/ 15 h 104"/>
                    <a:gd name="T6" fmla="*/ 61 w 76"/>
                    <a:gd name="T7" fmla="*/ 3 h 104"/>
                    <a:gd name="T8" fmla="*/ 45 w 76"/>
                    <a:gd name="T9" fmla="*/ 27 h 104"/>
                    <a:gd name="T10" fmla="*/ 53 w 76"/>
                    <a:gd name="T11" fmla="*/ 39 h 104"/>
                    <a:gd name="T12" fmla="*/ 57 w 76"/>
                    <a:gd name="T13" fmla="*/ 48 h 104"/>
                    <a:gd name="T14" fmla="*/ 45 w 76"/>
                    <a:gd name="T15" fmla="*/ 60 h 104"/>
                    <a:gd name="T16" fmla="*/ 34 w 76"/>
                    <a:gd name="T17" fmla="*/ 48 h 104"/>
                    <a:gd name="T18" fmla="*/ 22 w 76"/>
                    <a:gd name="T19" fmla="*/ 39 h 104"/>
                    <a:gd name="T20" fmla="*/ 28 w 76"/>
                    <a:gd name="T21" fmla="*/ 55 h 104"/>
                    <a:gd name="T22" fmla="*/ 30 w 76"/>
                    <a:gd name="T23" fmla="*/ 60 h 104"/>
                    <a:gd name="T24" fmla="*/ 20 w 76"/>
                    <a:gd name="T25" fmla="*/ 84 h 104"/>
                    <a:gd name="T26" fmla="*/ 12 w 76"/>
                    <a:gd name="T27" fmla="*/ 82 h 104"/>
                    <a:gd name="T28" fmla="*/ 8 w 76"/>
                    <a:gd name="T29" fmla="*/ 73 h 104"/>
                    <a:gd name="T30" fmla="*/ 0 w 76"/>
                    <a:gd name="T31" fmla="*/ 44 h 104"/>
                    <a:gd name="T32" fmla="*/ 2 w 76"/>
                    <a:gd name="T33" fmla="*/ 24 h 104"/>
                    <a:gd name="T34" fmla="*/ 8 w 76"/>
                    <a:gd name="T35" fmla="*/ 15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2 h 61"/>
                    <a:gd name="T2" fmla="*/ 13 w 37"/>
                    <a:gd name="T3" fmla="*/ 0 h 61"/>
                    <a:gd name="T4" fmla="*/ 15 w 37"/>
                    <a:gd name="T5" fmla="*/ 22 h 61"/>
                    <a:gd name="T6" fmla="*/ 37 w 37"/>
                    <a:gd name="T7" fmla="*/ 31 h 61"/>
                    <a:gd name="T8" fmla="*/ 19 w 37"/>
                    <a:gd name="T9" fmla="*/ 35 h 61"/>
                    <a:gd name="T10" fmla="*/ 5 w 37"/>
                    <a:gd name="T11" fmla="*/ 47 h 61"/>
                    <a:gd name="T12" fmla="*/ 1 w 37"/>
                    <a:gd name="T13" fmla="*/ 27 h 61"/>
                    <a:gd name="T14" fmla="*/ 3 w 37"/>
                    <a:gd name="T15" fmla="*/ 2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8 w 49"/>
                    <a:gd name="T3" fmla="*/ 0 h 29"/>
                    <a:gd name="T4" fmla="*/ 47 w 49"/>
                    <a:gd name="T5" fmla="*/ 13 h 29"/>
                    <a:gd name="T6" fmla="*/ 34 w 49"/>
                    <a:gd name="T7" fmla="*/ 12 h 29"/>
                    <a:gd name="T8" fmla="*/ 3 w 49"/>
                    <a:gd name="T9" fmla="*/ 13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3 h 48"/>
                    <a:gd name="T2" fmla="*/ 15 w 61"/>
                    <a:gd name="T3" fmla="*/ 23 h 48"/>
                    <a:gd name="T4" fmla="*/ 3 w 61"/>
                    <a:gd name="T5" fmla="*/ 19 h 48"/>
                    <a:gd name="T6" fmla="*/ 13 w 61"/>
                    <a:gd name="T7" fmla="*/ 7 h 48"/>
                    <a:gd name="T8" fmla="*/ 25 w 61"/>
                    <a:gd name="T9" fmla="*/ 0 h 48"/>
                    <a:gd name="T10" fmla="*/ 49 w 61"/>
                    <a:gd name="T11" fmla="*/ 9 h 48"/>
                    <a:gd name="T12" fmla="*/ 53 w 61"/>
                    <a:gd name="T13" fmla="*/ 18 h 48"/>
                    <a:gd name="T14" fmla="*/ 61 w 61"/>
                    <a:gd name="T15" fmla="*/ 28 h 48"/>
                    <a:gd name="T16" fmla="*/ 41 w 61"/>
                    <a:gd name="T17" fmla="*/ 33 h 48"/>
                    <a:gd name="T18" fmla="*/ 23 w 61"/>
                    <a:gd name="T19" fmla="*/ 39 h 48"/>
                    <a:gd name="T20" fmla="*/ 21 w 61"/>
                    <a:gd name="T21" fmla="*/ 33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3 h 182"/>
                    <a:gd name="T2" fmla="*/ 36 w 286"/>
                    <a:gd name="T3" fmla="*/ 11 h 182"/>
                    <a:gd name="T4" fmla="*/ 26 w 286"/>
                    <a:gd name="T5" fmla="*/ 25 h 182"/>
                    <a:gd name="T6" fmla="*/ 0 w 286"/>
                    <a:gd name="T7" fmla="*/ 20 h 182"/>
                    <a:gd name="T8" fmla="*/ 10 w 286"/>
                    <a:gd name="T9" fmla="*/ 34 h 182"/>
                    <a:gd name="T10" fmla="*/ 16 w 286"/>
                    <a:gd name="T11" fmla="*/ 51 h 182"/>
                    <a:gd name="T12" fmla="*/ 24 w 286"/>
                    <a:gd name="T13" fmla="*/ 39 h 182"/>
                    <a:gd name="T14" fmla="*/ 30 w 286"/>
                    <a:gd name="T15" fmla="*/ 36 h 182"/>
                    <a:gd name="T16" fmla="*/ 48 w 286"/>
                    <a:gd name="T17" fmla="*/ 46 h 182"/>
                    <a:gd name="T18" fmla="*/ 70 w 286"/>
                    <a:gd name="T19" fmla="*/ 51 h 182"/>
                    <a:gd name="T20" fmla="*/ 88 w 286"/>
                    <a:gd name="T21" fmla="*/ 59 h 182"/>
                    <a:gd name="T22" fmla="*/ 106 w 286"/>
                    <a:gd name="T23" fmla="*/ 84 h 182"/>
                    <a:gd name="T24" fmla="*/ 104 w 286"/>
                    <a:gd name="T25" fmla="*/ 100 h 182"/>
                    <a:gd name="T26" fmla="*/ 98 w 286"/>
                    <a:gd name="T27" fmla="*/ 110 h 182"/>
                    <a:gd name="T28" fmla="*/ 122 w 286"/>
                    <a:gd name="T29" fmla="*/ 105 h 182"/>
                    <a:gd name="T30" fmla="*/ 140 w 286"/>
                    <a:gd name="T31" fmla="*/ 115 h 182"/>
                    <a:gd name="T32" fmla="*/ 168 w 286"/>
                    <a:gd name="T33" fmla="*/ 121 h 182"/>
                    <a:gd name="T34" fmla="*/ 174 w 286"/>
                    <a:gd name="T35" fmla="*/ 120 h 182"/>
                    <a:gd name="T36" fmla="*/ 168 w 286"/>
                    <a:gd name="T37" fmla="*/ 110 h 182"/>
                    <a:gd name="T38" fmla="*/ 178 w 286"/>
                    <a:gd name="T39" fmla="*/ 111 h 182"/>
                    <a:gd name="T40" fmla="*/ 186 w 286"/>
                    <a:gd name="T41" fmla="*/ 97 h 182"/>
                    <a:gd name="T42" fmla="*/ 202 w 286"/>
                    <a:gd name="T43" fmla="*/ 100 h 182"/>
                    <a:gd name="T44" fmla="*/ 214 w 286"/>
                    <a:gd name="T45" fmla="*/ 106 h 182"/>
                    <a:gd name="T46" fmla="*/ 244 w 286"/>
                    <a:gd name="T47" fmla="*/ 138 h 182"/>
                    <a:gd name="T48" fmla="*/ 262 w 286"/>
                    <a:gd name="T49" fmla="*/ 146 h 182"/>
                    <a:gd name="T50" fmla="*/ 284 w 286"/>
                    <a:gd name="T51" fmla="*/ 139 h 182"/>
                    <a:gd name="T52" fmla="*/ 268 w 286"/>
                    <a:gd name="T53" fmla="*/ 131 h 182"/>
                    <a:gd name="T54" fmla="*/ 256 w 286"/>
                    <a:gd name="T55" fmla="*/ 113 h 182"/>
                    <a:gd name="T56" fmla="*/ 250 w 286"/>
                    <a:gd name="T57" fmla="*/ 108 h 182"/>
                    <a:gd name="T58" fmla="*/ 248 w 286"/>
                    <a:gd name="T59" fmla="*/ 100 h 182"/>
                    <a:gd name="T60" fmla="*/ 236 w 286"/>
                    <a:gd name="T61" fmla="*/ 95 h 182"/>
                    <a:gd name="T62" fmla="*/ 240 w 286"/>
                    <a:gd name="T63" fmla="*/ 79 h 182"/>
                    <a:gd name="T64" fmla="*/ 220 w 286"/>
                    <a:gd name="T65" fmla="*/ 70 h 182"/>
                    <a:gd name="T66" fmla="*/ 210 w 286"/>
                    <a:gd name="T67" fmla="*/ 57 h 182"/>
                    <a:gd name="T68" fmla="*/ 190 w 286"/>
                    <a:gd name="T69" fmla="*/ 44 h 182"/>
                    <a:gd name="T70" fmla="*/ 168 w 286"/>
                    <a:gd name="T71" fmla="*/ 31 h 182"/>
                    <a:gd name="T72" fmla="*/ 156 w 286"/>
                    <a:gd name="T73" fmla="*/ 28 h 182"/>
                    <a:gd name="T74" fmla="*/ 120 w 286"/>
                    <a:gd name="T75" fmla="*/ 13 h 182"/>
                    <a:gd name="T76" fmla="*/ 102 w 286"/>
                    <a:gd name="T77" fmla="*/ 3 h 182"/>
                    <a:gd name="T78" fmla="*/ 96 w 286"/>
                    <a:gd name="T79" fmla="*/ 0 h 182"/>
                    <a:gd name="T80" fmla="*/ 70 w 286"/>
                    <a:gd name="T81" fmla="*/ 8 h 182"/>
                    <a:gd name="T82" fmla="*/ 56 w 286"/>
                    <a:gd name="T83" fmla="*/ 26 h 182"/>
                    <a:gd name="T84" fmla="*/ 46 w 286"/>
                    <a:gd name="T85" fmla="*/ 23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48 h 78"/>
                    <a:gd name="T2" fmla="*/ 27 w 78"/>
                    <a:gd name="T3" fmla="*/ 49 h 78"/>
                    <a:gd name="T4" fmla="*/ 45 w 78"/>
                    <a:gd name="T5" fmla="*/ 39 h 78"/>
                    <a:gd name="T6" fmla="*/ 57 w 78"/>
                    <a:gd name="T7" fmla="*/ 25 h 78"/>
                    <a:gd name="T8" fmla="*/ 43 w 78"/>
                    <a:gd name="T9" fmla="*/ 11 h 78"/>
                    <a:gd name="T10" fmla="*/ 43 w 78"/>
                    <a:gd name="T11" fmla="*/ 3 h 78"/>
                    <a:gd name="T12" fmla="*/ 71 w 78"/>
                    <a:gd name="T13" fmla="*/ 21 h 78"/>
                    <a:gd name="T14" fmla="*/ 67 w 78"/>
                    <a:gd name="T15" fmla="*/ 44 h 78"/>
                    <a:gd name="T16" fmla="*/ 33 w 78"/>
                    <a:gd name="T17" fmla="*/ 64 h 78"/>
                    <a:gd name="T18" fmla="*/ 9 w 78"/>
                    <a:gd name="T19" fmla="*/ 54 h 78"/>
                    <a:gd name="T20" fmla="*/ 3 w 78"/>
                    <a:gd name="T21" fmla="*/ 51 h 78"/>
                    <a:gd name="T22" fmla="*/ 1 w 78"/>
                    <a:gd name="T23" fmla="*/ 4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3 h 18"/>
                    <a:gd name="T2" fmla="*/ 3 w 17"/>
                    <a:gd name="T3" fmla="*/ 11 h 18"/>
                    <a:gd name="T4" fmla="*/ 3 w 17"/>
                    <a:gd name="T5" fmla="*/ 3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2 h 22"/>
                    <a:gd name="T2" fmla="*/ 14 w 26"/>
                    <a:gd name="T3" fmla="*/ 0 h 22"/>
                    <a:gd name="T4" fmla="*/ 14 w 26"/>
                    <a:gd name="T5" fmla="*/ 19 h 22"/>
                    <a:gd name="T6" fmla="*/ 8 w 26"/>
                    <a:gd name="T7" fmla="*/ 12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6 w 20"/>
                    <a:gd name="T3" fmla="*/ 2 h 15"/>
                    <a:gd name="T4" fmla="*/ 9 w 20"/>
                    <a:gd name="T5" fmla="*/ 10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4 w 20"/>
                    <a:gd name="T3" fmla="*/ 2 h 15"/>
                    <a:gd name="T4" fmla="*/ 14 w 20"/>
                    <a:gd name="T5" fmla="*/ 11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41 h 80"/>
                    <a:gd name="T2" fmla="*/ 14 w 80"/>
                    <a:gd name="T3" fmla="*/ 20 h 80"/>
                    <a:gd name="T4" fmla="*/ 26 w 80"/>
                    <a:gd name="T5" fmla="*/ 17 h 80"/>
                    <a:gd name="T6" fmla="*/ 48 w 80"/>
                    <a:gd name="T7" fmla="*/ 15 h 80"/>
                    <a:gd name="T8" fmla="*/ 58 w 80"/>
                    <a:gd name="T9" fmla="*/ 0 h 80"/>
                    <a:gd name="T10" fmla="*/ 80 w 80"/>
                    <a:gd name="T11" fmla="*/ 33 h 80"/>
                    <a:gd name="T12" fmla="*/ 70 w 80"/>
                    <a:gd name="T13" fmla="*/ 46 h 80"/>
                    <a:gd name="T14" fmla="*/ 54 w 80"/>
                    <a:gd name="T15" fmla="*/ 51 h 80"/>
                    <a:gd name="T16" fmla="*/ 48 w 80"/>
                    <a:gd name="T17" fmla="*/ 66 h 80"/>
                    <a:gd name="T18" fmla="*/ 32 w 80"/>
                    <a:gd name="T19" fmla="*/ 56 h 80"/>
                    <a:gd name="T20" fmla="*/ 38 w 80"/>
                    <a:gd name="T21" fmla="*/ 43 h 80"/>
                    <a:gd name="T22" fmla="*/ 30 w 80"/>
                    <a:gd name="T23" fmla="*/ 23 h 80"/>
                    <a:gd name="T24" fmla="*/ 20 w 80"/>
                    <a:gd name="T25" fmla="*/ 40 h 80"/>
                    <a:gd name="T26" fmla="*/ 8 w 80"/>
                    <a:gd name="T27" fmla="*/ 46 h 80"/>
                    <a:gd name="T28" fmla="*/ 0 w 80"/>
                    <a:gd name="T29" fmla="*/ 41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78 h 174"/>
                    <a:gd name="T2" fmla="*/ 26 w 94"/>
                    <a:gd name="T3" fmla="*/ 104 h 174"/>
                    <a:gd name="T4" fmla="*/ 32 w 94"/>
                    <a:gd name="T5" fmla="*/ 88 h 174"/>
                    <a:gd name="T6" fmla="*/ 52 w 94"/>
                    <a:gd name="T7" fmla="*/ 82 h 174"/>
                    <a:gd name="T8" fmla="*/ 46 w 94"/>
                    <a:gd name="T9" fmla="*/ 101 h 174"/>
                    <a:gd name="T10" fmla="*/ 66 w 94"/>
                    <a:gd name="T11" fmla="*/ 103 h 174"/>
                    <a:gd name="T12" fmla="*/ 76 w 94"/>
                    <a:gd name="T13" fmla="*/ 116 h 174"/>
                    <a:gd name="T14" fmla="*/ 58 w 94"/>
                    <a:gd name="T15" fmla="*/ 121 h 174"/>
                    <a:gd name="T16" fmla="*/ 74 w 94"/>
                    <a:gd name="T17" fmla="*/ 142 h 174"/>
                    <a:gd name="T18" fmla="*/ 84 w 94"/>
                    <a:gd name="T19" fmla="*/ 126 h 174"/>
                    <a:gd name="T20" fmla="*/ 82 w 94"/>
                    <a:gd name="T21" fmla="*/ 91 h 174"/>
                    <a:gd name="T22" fmla="*/ 60 w 94"/>
                    <a:gd name="T23" fmla="*/ 87 h 174"/>
                    <a:gd name="T24" fmla="*/ 50 w 94"/>
                    <a:gd name="T25" fmla="*/ 67 h 174"/>
                    <a:gd name="T26" fmla="*/ 34 w 94"/>
                    <a:gd name="T27" fmla="*/ 67 h 174"/>
                    <a:gd name="T28" fmla="*/ 30 w 94"/>
                    <a:gd name="T29" fmla="*/ 57 h 174"/>
                    <a:gd name="T30" fmla="*/ 42 w 94"/>
                    <a:gd name="T31" fmla="*/ 34 h 174"/>
                    <a:gd name="T32" fmla="*/ 30 w 94"/>
                    <a:gd name="T33" fmla="*/ 0 h 174"/>
                    <a:gd name="T34" fmla="*/ 18 w 94"/>
                    <a:gd name="T35" fmla="*/ 18 h 174"/>
                    <a:gd name="T36" fmla="*/ 4 w 94"/>
                    <a:gd name="T37" fmla="*/ 38 h 174"/>
                    <a:gd name="T38" fmla="*/ 14 w 94"/>
                    <a:gd name="T39" fmla="*/ 62 h 174"/>
                    <a:gd name="T40" fmla="*/ 14 w 94"/>
                    <a:gd name="T41" fmla="*/ 78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0 h 50"/>
                    <a:gd name="T2" fmla="*/ 12 w 32"/>
                    <a:gd name="T3" fmla="*/ 0 h 50"/>
                    <a:gd name="T4" fmla="*/ 20 w 32"/>
                    <a:gd name="T5" fmla="*/ 13 h 50"/>
                    <a:gd name="T6" fmla="*/ 22 w 32"/>
                    <a:gd name="T7" fmla="*/ 20 h 50"/>
                    <a:gd name="T8" fmla="*/ 28 w 32"/>
                    <a:gd name="T9" fmla="*/ 21 h 50"/>
                    <a:gd name="T10" fmla="*/ 32 w 32"/>
                    <a:gd name="T11" fmla="*/ 31 h 50"/>
                    <a:gd name="T12" fmla="*/ 18 w 32"/>
                    <a:gd name="T13" fmla="*/ 41 h 50"/>
                    <a:gd name="T14" fmla="*/ 6 w 32"/>
                    <a:gd name="T15" fmla="*/ 20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36 h 50"/>
                    <a:gd name="T2" fmla="*/ 23 w 43"/>
                    <a:gd name="T3" fmla="*/ 16 h 50"/>
                    <a:gd name="T4" fmla="*/ 38 w 43"/>
                    <a:gd name="T5" fmla="*/ 0 h 50"/>
                    <a:gd name="T6" fmla="*/ 25 w 43"/>
                    <a:gd name="T7" fmla="*/ 23 h 50"/>
                    <a:gd name="T8" fmla="*/ 2 w 43"/>
                    <a:gd name="T9" fmla="*/ 41 h 50"/>
                    <a:gd name="T10" fmla="*/ 0 w 43"/>
                    <a:gd name="T11" fmla="*/ 36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31 w 471"/>
                    <a:gd name="T1" fmla="*/ 436 h 281"/>
                    <a:gd name="T2" fmla="*/ 36 w 471"/>
                    <a:gd name="T3" fmla="*/ 390 h 281"/>
                    <a:gd name="T4" fmla="*/ 33 w 471"/>
                    <a:gd name="T5" fmla="*/ 382 h 281"/>
                    <a:gd name="T6" fmla="*/ 24 w 471"/>
                    <a:gd name="T7" fmla="*/ 340 h 281"/>
                    <a:gd name="T8" fmla="*/ 6 w 471"/>
                    <a:gd name="T9" fmla="*/ 335 h 281"/>
                    <a:gd name="T10" fmla="*/ 0 w 471"/>
                    <a:gd name="T11" fmla="*/ 298 h 281"/>
                    <a:gd name="T12" fmla="*/ 18 w 471"/>
                    <a:gd name="T13" fmla="*/ 281 h 281"/>
                    <a:gd name="T14" fmla="*/ 9 w 471"/>
                    <a:gd name="T15" fmla="*/ 257 h 281"/>
                    <a:gd name="T16" fmla="*/ 3 w 471"/>
                    <a:gd name="T17" fmla="*/ 249 h 281"/>
                    <a:gd name="T18" fmla="*/ 42 w 471"/>
                    <a:gd name="T19" fmla="*/ 187 h 281"/>
                    <a:gd name="T20" fmla="*/ 65 w 471"/>
                    <a:gd name="T21" fmla="*/ 150 h 281"/>
                    <a:gd name="T22" fmla="*/ 63 w 471"/>
                    <a:gd name="T23" fmla="*/ 109 h 281"/>
                    <a:gd name="T24" fmla="*/ 36 w 471"/>
                    <a:gd name="T25" fmla="*/ 67 h 281"/>
                    <a:gd name="T26" fmla="*/ 30 w 471"/>
                    <a:gd name="T27" fmla="*/ 50 h 281"/>
                    <a:gd name="T28" fmla="*/ 39 w 471"/>
                    <a:gd name="T29" fmla="*/ 56 h 281"/>
                    <a:gd name="T30" fmla="*/ 71 w 471"/>
                    <a:gd name="T31" fmla="*/ 55 h 281"/>
                    <a:gd name="T32" fmla="*/ 95 w 471"/>
                    <a:gd name="T33" fmla="*/ 17 h 281"/>
                    <a:gd name="T34" fmla="*/ 122 w 471"/>
                    <a:gd name="T35" fmla="*/ 0 h 281"/>
                    <a:gd name="T36" fmla="*/ 131 w 471"/>
                    <a:gd name="T37" fmla="*/ 3 h 281"/>
                    <a:gd name="T38" fmla="*/ 137 w 471"/>
                    <a:gd name="T39" fmla="*/ 14 h 281"/>
                    <a:gd name="T40" fmla="*/ 146 w 471"/>
                    <a:gd name="T41" fmla="*/ 8 h 281"/>
                    <a:gd name="T42" fmla="*/ 164 w 471"/>
                    <a:gd name="T43" fmla="*/ 12 h 281"/>
                    <a:gd name="T44" fmla="*/ 173 w 471"/>
                    <a:gd name="T45" fmla="*/ 14 h 281"/>
                    <a:gd name="T46" fmla="*/ 210 w 471"/>
                    <a:gd name="T47" fmla="*/ 22 h 281"/>
                    <a:gd name="T48" fmla="*/ 231 w 471"/>
                    <a:gd name="T49" fmla="*/ 37 h 281"/>
                    <a:gd name="T50" fmla="*/ 249 w 471"/>
                    <a:gd name="T51" fmla="*/ 26 h 281"/>
                    <a:gd name="T52" fmla="*/ 257 w 471"/>
                    <a:gd name="T53" fmla="*/ 22 h 281"/>
                    <a:gd name="T54" fmla="*/ 290 w 471"/>
                    <a:gd name="T55" fmla="*/ 22 h 281"/>
                    <a:gd name="T56" fmla="*/ 314 w 471"/>
                    <a:gd name="T57" fmla="*/ 50 h 281"/>
                    <a:gd name="T58" fmla="*/ 344 w 471"/>
                    <a:gd name="T59" fmla="*/ 92 h 281"/>
                    <a:gd name="T60" fmla="*/ 365 w 471"/>
                    <a:gd name="T61" fmla="*/ 109 h 281"/>
                    <a:gd name="T62" fmla="*/ 382 w 471"/>
                    <a:gd name="T63" fmla="*/ 106 h 281"/>
                    <a:gd name="T64" fmla="*/ 402 w 471"/>
                    <a:gd name="T65" fmla="*/ 101 h 281"/>
                    <a:gd name="T66" fmla="*/ 432 w 471"/>
                    <a:gd name="T67" fmla="*/ 111 h 281"/>
                    <a:gd name="T68" fmla="*/ 446 w 471"/>
                    <a:gd name="T69" fmla="*/ 126 h 281"/>
                    <a:gd name="T70" fmla="*/ 458 w 471"/>
                    <a:gd name="T71" fmla="*/ 140 h 281"/>
                    <a:gd name="T72" fmla="*/ 473 w 471"/>
                    <a:gd name="T73" fmla="*/ 173 h 281"/>
                    <a:gd name="T74" fmla="*/ 479 w 471"/>
                    <a:gd name="T75" fmla="*/ 187 h 281"/>
                    <a:gd name="T76" fmla="*/ 482 w 471"/>
                    <a:gd name="T77" fmla="*/ 195 h 281"/>
                    <a:gd name="T78" fmla="*/ 461 w 471"/>
                    <a:gd name="T79" fmla="*/ 221 h 281"/>
                    <a:gd name="T80" fmla="*/ 479 w 471"/>
                    <a:gd name="T81" fmla="*/ 220 h 281"/>
                    <a:gd name="T82" fmla="*/ 509 w 471"/>
                    <a:gd name="T83" fmla="*/ 242 h 281"/>
                    <a:gd name="T84" fmla="*/ 542 w 471"/>
                    <a:gd name="T85" fmla="*/ 245 h 281"/>
                    <a:gd name="T86" fmla="*/ 566 w 471"/>
                    <a:gd name="T87" fmla="*/ 262 h 281"/>
                    <a:gd name="T88" fmla="*/ 569 w 471"/>
                    <a:gd name="T89" fmla="*/ 268 h 281"/>
                    <a:gd name="T90" fmla="*/ 569 w 471"/>
                    <a:gd name="T91" fmla="*/ 274 h 281"/>
                    <a:gd name="T92" fmla="*/ 586 w 471"/>
                    <a:gd name="T93" fmla="*/ 268 h 281"/>
                    <a:gd name="T94" fmla="*/ 595 w 471"/>
                    <a:gd name="T95" fmla="*/ 267 h 281"/>
                    <a:gd name="T96" fmla="*/ 653 w 471"/>
                    <a:gd name="T97" fmla="*/ 288 h 281"/>
                    <a:gd name="T98" fmla="*/ 665 w 471"/>
                    <a:gd name="T99" fmla="*/ 310 h 281"/>
                    <a:gd name="T100" fmla="*/ 692 w 471"/>
                    <a:gd name="T101" fmla="*/ 313 h 281"/>
                    <a:gd name="T102" fmla="*/ 701 w 471"/>
                    <a:gd name="T103" fmla="*/ 335 h 281"/>
                    <a:gd name="T104" fmla="*/ 671 w 471"/>
                    <a:gd name="T105" fmla="*/ 402 h 281"/>
                    <a:gd name="T106" fmla="*/ 647 w 471"/>
                    <a:gd name="T107" fmla="*/ 438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5 h 844"/>
                    <a:gd name="T2" fmla="*/ 502 w 984"/>
                    <a:gd name="T3" fmla="*/ 28 h 844"/>
                    <a:gd name="T4" fmla="*/ 550 w 984"/>
                    <a:gd name="T5" fmla="*/ 31 h 844"/>
                    <a:gd name="T6" fmla="*/ 578 w 984"/>
                    <a:gd name="T7" fmla="*/ 107 h 844"/>
                    <a:gd name="T8" fmla="*/ 586 w 984"/>
                    <a:gd name="T9" fmla="*/ 74 h 844"/>
                    <a:gd name="T10" fmla="*/ 606 w 984"/>
                    <a:gd name="T11" fmla="*/ 57 h 844"/>
                    <a:gd name="T12" fmla="*/ 642 w 984"/>
                    <a:gd name="T13" fmla="*/ 103 h 844"/>
                    <a:gd name="T14" fmla="*/ 682 w 984"/>
                    <a:gd name="T15" fmla="*/ 80 h 844"/>
                    <a:gd name="T16" fmla="*/ 706 w 984"/>
                    <a:gd name="T17" fmla="*/ 71 h 844"/>
                    <a:gd name="T18" fmla="*/ 762 w 984"/>
                    <a:gd name="T19" fmla="*/ 2 h 844"/>
                    <a:gd name="T20" fmla="*/ 798 w 984"/>
                    <a:gd name="T21" fmla="*/ 57 h 844"/>
                    <a:gd name="T22" fmla="*/ 798 w 984"/>
                    <a:gd name="T23" fmla="*/ 107 h 844"/>
                    <a:gd name="T24" fmla="*/ 790 w 984"/>
                    <a:gd name="T25" fmla="*/ 130 h 844"/>
                    <a:gd name="T26" fmla="*/ 766 w 984"/>
                    <a:gd name="T27" fmla="*/ 133 h 844"/>
                    <a:gd name="T28" fmla="*/ 762 w 984"/>
                    <a:gd name="T29" fmla="*/ 153 h 844"/>
                    <a:gd name="T30" fmla="*/ 802 w 984"/>
                    <a:gd name="T31" fmla="*/ 185 h 844"/>
                    <a:gd name="T32" fmla="*/ 786 w 984"/>
                    <a:gd name="T33" fmla="*/ 264 h 844"/>
                    <a:gd name="T34" fmla="*/ 830 w 984"/>
                    <a:gd name="T35" fmla="*/ 339 h 844"/>
                    <a:gd name="T36" fmla="*/ 854 w 984"/>
                    <a:gd name="T37" fmla="*/ 369 h 844"/>
                    <a:gd name="T38" fmla="*/ 830 w 984"/>
                    <a:gd name="T39" fmla="*/ 369 h 844"/>
                    <a:gd name="T40" fmla="*/ 746 w 984"/>
                    <a:gd name="T41" fmla="*/ 310 h 844"/>
                    <a:gd name="T42" fmla="*/ 678 w 984"/>
                    <a:gd name="T43" fmla="*/ 330 h 844"/>
                    <a:gd name="T44" fmla="*/ 590 w 984"/>
                    <a:gd name="T45" fmla="*/ 362 h 844"/>
                    <a:gd name="T46" fmla="*/ 642 w 984"/>
                    <a:gd name="T47" fmla="*/ 474 h 844"/>
                    <a:gd name="T48" fmla="*/ 710 w 984"/>
                    <a:gd name="T49" fmla="*/ 500 h 844"/>
                    <a:gd name="T50" fmla="*/ 738 w 984"/>
                    <a:gd name="T51" fmla="*/ 451 h 844"/>
                    <a:gd name="T52" fmla="*/ 774 w 984"/>
                    <a:gd name="T53" fmla="*/ 467 h 844"/>
                    <a:gd name="T54" fmla="*/ 766 w 984"/>
                    <a:gd name="T55" fmla="*/ 517 h 844"/>
                    <a:gd name="T56" fmla="*/ 802 w 984"/>
                    <a:gd name="T57" fmla="*/ 549 h 844"/>
                    <a:gd name="T58" fmla="*/ 838 w 984"/>
                    <a:gd name="T59" fmla="*/ 539 h 844"/>
                    <a:gd name="T60" fmla="*/ 922 w 984"/>
                    <a:gd name="T61" fmla="*/ 661 h 844"/>
                    <a:gd name="T62" fmla="*/ 942 w 984"/>
                    <a:gd name="T63" fmla="*/ 677 h 844"/>
                    <a:gd name="T64" fmla="*/ 874 w 984"/>
                    <a:gd name="T65" fmla="*/ 664 h 844"/>
                    <a:gd name="T66" fmla="*/ 830 w 984"/>
                    <a:gd name="T67" fmla="*/ 621 h 844"/>
                    <a:gd name="T68" fmla="*/ 778 w 984"/>
                    <a:gd name="T69" fmla="*/ 582 h 844"/>
                    <a:gd name="T70" fmla="*/ 702 w 984"/>
                    <a:gd name="T71" fmla="*/ 543 h 844"/>
                    <a:gd name="T72" fmla="*/ 614 w 984"/>
                    <a:gd name="T73" fmla="*/ 530 h 844"/>
                    <a:gd name="T74" fmla="*/ 506 w 984"/>
                    <a:gd name="T75" fmla="*/ 487 h 844"/>
                    <a:gd name="T76" fmla="*/ 462 w 984"/>
                    <a:gd name="T77" fmla="*/ 415 h 844"/>
                    <a:gd name="T78" fmla="*/ 430 w 984"/>
                    <a:gd name="T79" fmla="*/ 379 h 844"/>
                    <a:gd name="T80" fmla="*/ 382 w 984"/>
                    <a:gd name="T81" fmla="*/ 353 h 844"/>
                    <a:gd name="T82" fmla="*/ 342 w 984"/>
                    <a:gd name="T83" fmla="*/ 303 h 844"/>
                    <a:gd name="T84" fmla="*/ 354 w 984"/>
                    <a:gd name="T85" fmla="*/ 339 h 844"/>
                    <a:gd name="T86" fmla="*/ 418 w 984"/>
                    <a:gd name="T87" fmla="*/ 405 h 844"/>
                    <a:gd name="T88" fmla="*/ 422 w 984"/>
                    <a:gd name="T89" fmla="*/ 431 h 844"/>
                    <a:gd name="T90" fmla="*/ 394 w 984"/>
                    <a:gd name="T91" fmla="*/ 408 h 844"/>
                    <a:gd name="T92" fmla="*/ 354 w 984"/>
                    <a:gd name="T93" fmla="*/ 382 h 844"/>
                    <a:gd name="T94" fmla="*/ 314 w 984"/>
                    <a:gd name="T95" fmla="*/ 330 h 844"/>
                    <a:gd name="T96" fmla="*/ 266 w 984"/>
                    <a:gd name="T97" fmla="*/ 284 h 844"/>
                    <a:gd name="T98" fmla="*/ 210 w 984"/>
                    <a:gd name="T99" fmla="*/ 257 h 844"/>
                    <a:gd name="T100" fmla="*/ 154 w 984"/>
                    <a:gd name="T101" fmla="*/ 195 h 844"/>
                    <a:gd name="T102" fmla="*/ 66 w 984"/>
                    <a:gd name="T103" fmla="*/ 54 h 844"/>
                    <a:gd name="T104" fmla="*/ 34 w 984"/>
                    <a:gd name="T105" fmla="*/ 31 h 844"/>
                    <a:gd name="T106" fmla="*/ 46 w 984"/>
                    <a:gd name="T107" fmla="*/ 18 h 844"/>
                    <a:gd name="T108" fmla="*/ 102 w 984"/>
                    <a:gd name="T109" fmla="*/ 57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3 h 48"/>
                    <a:gd name="T2" fmla="*/ 10 w 36"/>
                    <a:gd name="T3" fmla="*/ 39 h 48"/>
                    <a:gd name="T4" fmla="*/ 6 w 36"/>
                    <a:gd name="T5" fmla="*/ 23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4 h 37"/>
                    <a:gd name="T2" fmla="*/ 13 w 36"/>
                    <a:gd name="T3" fmla="*/ 1 h 37"/>
                    <a:gd name="T4" fmla="*/ 38 w 36"/>
                    <a:gd name="T5" fmla="*/ 13 h 37"/>
                    <a:gd name="T6" fmla="*/ 8 w 36"/>
                    <a:gd name="T7" fmla="*/ 13 h 37"/>
                    <a:gd name="T8" fmla="*/ 0 w 36"/>
                    <a:gd name="T9" fmla="*/ 4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1 h 96"/>
                    <a:gd name="T2" fmla="*/ 28 w 170"/>
                    <a:gd name="T3" fmla="*/ 21 h 96"/>
                    <a:gd name="T4" fmla="*/ 56 w 170"/>
                    <a:gd name="T5" fmla="*/ 18 h 96"/>
                    <a:gd name="T6" fmla="*/ 80 w 170"/>
                    <a:gd name="T7" fmla="*/ 8 h 96"/>
                    <a:gd name="T8" fmla="*/ 64 w 170"/>
                    <a:gd name="T9" fmla="*/ 21 h 96"/>
                    <a:gd name="T10" fmla="*/ 125 w 170"/>
                    <a:gd name="T11" fmla="*/ 41 h 96"/>
                    <a:gd name="T12" fmla="*/ 161 w 170"/>
                    <a:gd name="T13" fmla="*/ 55 h 96"/>
                    <a:gd name="T14" fmla="*/ 117 w 170"/>
                    <a:gd name="T15" fmla="*/ 65 h 96"/>
                    <a:gd name="T16" fmla="*/ 89 w 170"/>
                    <a:gd name="T17" fmla="*/ 48 h 96"/>
                    <a:gd name="T18" fmla="*/ 76 w 170"/>
                    <a:gd name="T19" fmla="*/ 45 h 96"/>
                    <a:gd name="T20" fmla="*/ 24 w 170"/>
                    <a:gd name="T21" fmla="*/ 35 h 96"/>
                    <a:gd name="T22" fmla="*/ 0 w 170"/>
                    <a:gd name="T23" fmla="*/ 41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20 h 44"/>
                    <a:gd name="T6" fmla="*/ 112 w 138"/>
                    <a:gd name="T7" fmla="*/ 17 h 44"/>
                    <a:gd name="T8" fmla="*/ 108 w 138"/>
                    <a:gd name="T9" fmla="*/ 37 h 44"/>
                    <a:gd name="T10" fmla="*/ 64 w 138"/>
                    <a:gd name="T11" fmla="*/ 34 h 44"/>
                    <a:gd name="T12" fmla="*/ 0 w 138"/>
                    <a:gd name="T13" fmla="*/ 30 h 44"/>
                    <a:gd name="T14" fmla="*/ 28 w 138"/>
                    <a:gd name="T15" fmla="*/ 17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0 h 42"/>
                    <a:gd name="T2" fmla="*/ 36 w 57"/>
                    <a:gd name="T3" fmla="*/ 11 h 42"/>
                    <a:gd name="T4" fmla="*/ 17 w 57"/>
                    <a:gd name="T5" fmla="*/ 20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8 w 39"/>
                    <a:gd name="T1" fmla="*/ 27 h 52"/>
                    <a:gd name="T2" fmla="*/ 18 w 39"/>
                    <a:gd name="T3" fmla="*/ 0 h 52"/>
                    <a:gd name="T4" fmla="*/ 18 w 39"/>
                    <a:gd name="T5" fmla="*/ 27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7 h 80"/>
                    <a:gd name="T2" fmla="*/ 20 w 44"/>
                    <a:gd name="T3" fmla="*/ 27 h 80"/>
                    <a:gd name="T4" fmla="*/ 25 w 44"/>
                    <a:gd name="T5" fmla="*/ 40 h 80"/>
                    <a:gd name="T6" fmla="*/ 37 w 44"/>
                    <a:gd name="T7" fmla="*/ 44 h 80"/>
                    <a:gd name="T8" fmla="*/ 25 w 44"/>
                    <a:gd name="T9" fmla="*/ 60 h 80"/>
                    <a:gd name="T10" fmla="*/ 0 w 44"/>
                    <a:gd name="T11" fmla="*/ 17 h 80"/>
                    <a:gd name="T12" fmla="*/ 4 w 44"/>
                    <a:gd name="T13" fmla="*/ 7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327 w 323"/>
                    <a:gd name="T1" fmla="*/ 2 h 64"/>
                    <a:gd name="T2" fmla="*/ 343 w 323"/>
                    <a:gd name="T3" fmla="*/ 13 h 64"/>
                    <a:gd name="T4" fmla="*/ 349 w 323"/>
                    <a:gd name="T5" fmla="*/ 0 h 64"/>
                    <a:gd name="T6" fmla="*/ 394 w 323"/>
                    <a:gd name="T7" fmla="*/ 0 h 64"/>
                    <a:gd name="T8" fmla="*/ 427 w 323"/>
                    <a:gd name="T9" fmla="*/ 27 h 64"/>
                    <a:gd name="T10" fmla="*/ 474 w 323"/>
                    <a:gd name="T11" fmla="*/ 16 h 64"/>
                    <a:gd name="T12" fmla="*/ 467 w 323"/>
                    <a:gd name="T13" fmla="*/ 45 h 64"/>
                    <a:gd name="T14" fmla="*/ 443 w 323"/>
                    <a:gd name="T15" fmla="*/ 72 h 64"/>
                    <a:gd name="T16" fmla="*/ 438 w 323"/>
                    <a:gd name="T17" fmla="*/ 45 h 64"/>
                    <a:gd name="T18" fmla="*/ 427 w 323"/>
                    <a:gd name="T19" fmla="*/ 48 h 64"/>
                    <a:gd name="T20" fmla="*/ 415 w 323"/>
                    <a:gd name="T21" fmla="*/ 45 h 64"/>
                    <a:gd name="T22" fmla="*/ 391 w 323"/>
                    <a:gd name="T23" fmla="*/ 33 h 64"/>
                    <a:gd name="T24" fmla="*/ 339 w 323"/>
                    <a:gd name="T25" fmla="*/ 59 h 64"/>
                    <a:gd name="T26" fmla="*/ 299 w 323"/>
                    <a:gd name="T27" fmla="*/ 69 h 64"/>
                    <a:gd name="T28" fmla="*/ 315 w 323"/>
                    <a:gd name="T29" fmla="*/ 89 h 64"/>
                    <a:gd name="T30" fmla="*/ 279 w 323"/>
                    <a:gd name="T31" fmla="*/ 98 h 64"/>
                    <a:gd name="T32" fmla="*/ 251 w 323"/>
                    <a:gd name="T33" fmla="*/ 95 h 64"/>
                    <a:gd name="T34" fmla="*/ 263 w 323"/>
                    <a:gd name="T35" fmla="*/ 89 h 64"/>
                    <a:gd name="T36" fmla="*/ 254 w 323"/>
                    <a:gd name="T37" fmla="*/ 63 h 64"/>
                    <a:gd name="T38" fmla="*/ 251 w 323"/>
                    <a:gd name="T39" fmla="*/ 48 h 64"/>
                    <a:gd name="T40" fmla="*/ 235 w 323"/>
                    <a:gd name="T41" fmla="*/ 36 h 64"/>
                    <a:gd name="T42" fmla="*/ 211 w 323"/>
                    <a:gd name="T43" fmla="*/ 42 h 64"/>
                    <a:gd name="T44" fmla="*/ 199 w 323"/>
                    <a:gd name="T45" fmla="*/ 42 h 64"/>
                    <a:gd name="T46" fmla="*/ 183 w 323"/>
                    <a:gd name="T47" fmla="*/ 39 h 64"/>
                    <a:gd name="T48" fmla="*/ 123 w 323"/>
                    <a:gd name="T49" fmla="*/ 3 h 64"/>
                    <a:gd name="T50" fmla="*/ 88 w 323"/>
                    <a:gd name="T51" fmla="*/ 22 h 64"/>
                    <a:gd name="T52" fmla="*/ 1 w 323"/>
                    <a:gd name="T53" fmla="*/ 0 h 64"/>
                    <a:gd name="T54" fmla="*/ 327 w 323"/>
                    <a:gd name="T55" fmla="*/ 2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56 w 300"/>
                    <a:gd name="T1" fmla="*/ 49 h 31"/>
                    <a:gd name="T2" fmla="*/ 45 w 300"/>
                    <a:gd name="T3" fmla="*/ 2 h 31"/>
                    <a:gd name="T4" fmla="*/ 424 w 300"/>
                    <a:gd name="T5" fmla="*/ 0 h 31"/>
                    <a:gd name="T6" fmla="*/ 440 w 300"/>
                    <a:gd name="T7" fmla="*/ 22 h 31"/>
                    <a:gd name="T8" fmla="*/ 392 w 300"/>
                    <a:gd name="T9" fmla="*/ 25 h 31"/>
                    <a:gd name="T10" fmla="*/ 156 w 300"/>
                    <a:gd name="T11" fmla="*/ 49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2 h 29"/>
                    <a:gd name="T2" fmla="*/ 12 w 41"/>
                    <a:gd name="T3" fmla="*/ 25 h 29"/>
                    <a:gd name="T4" fmla="*/ 0 w 41"/>
                    <a:gd name="T5" fmla="*/ 22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171 w 436"/>
                    <a:gd name="T1" fmla="*/ 2 h 152"/>
                    <a:gd name="T2" fmla="*/ 1022 w 436"/>
                    <a:gd name="T3" fmla="*/ 0 h 152"/>
                    <a:gd name="T4" fmla="*/ 975 w 436"/>
                    <a:gd name="T5" fmla="*/ 132 h 152"/>
                    <a:gd name="T6" fmla="*/ 931 w 436"/>
                    <a:gd name="T7" fmla="*/ 166 h 152"/>
                    <a:gd name="T8" fmla="*/ 919 w 436"/>
                    <a:gd name="T9" fmla="*/ 171 h 152"/>
                    <a:gd name="T10" fmla="*/ 879 w 436"/>
                    <a:gd name="T11" fmla="*/ 179 h 152"/>
                    <a:gd name="T12" fmla="*/ 846 w 436"/>
                    <a:gd name="T13" fmla="*/ 215 h 152"/>
                    <a:gd name="T14" fmla="*/ 849 w 436"/>
                    <a:gd name="T15" fmla="*/ 242 h 152"/>
                    <a:gd name="T16" fmla="*/ 853 w 436"/>
                    <a:gd name="T17" fmla="*/ 262 h 152"/>
                    <a:gd name="T18" fmla="*/ 858 w 436"/>
                    <a:gd name="T19" fmla="*/ 277 h 152"/>
                    <a:gd name="T20" fmla="*/ 849 w 436"/>
                    <a:gd name="T21" fmla="*/ 299 h 152"/>
                    <a:gd name="T22" fmla="*/ 823 w 436"/>
                    <a:gd name="T23" fmla="*/ 294 h 152"/>
                    <a:gd name="T24" fmla="*/ 802 w 436"/>
                    <a:gd name="T25" fmla="*/ 316 h 152"/>
                    <a:gd name="T26" fmla="*/ 813 w 436"/>
                    <a:gd name="T27" fmla="*/ 257 h 152"/>
                    <a:gd name="T28" fmla="*/ 792 w 436"/>
                    <a:gd name="T29" fmla="*/ 245 h 152"/>
                    <a:gd name="T30" fmla="*/ 806 w 436"/>
                    <a:gd name="T31" fmla="*/ 228 h 152"/>
                    <a:gd name="T32" fmla="*/ 802 w 436"/>
                    <a:gd name="T33" fmla="*/ 218 h 152"/>
                    <a:gd name="T34" fmla="*/ 750 w 436"/>
                    <a:gd name="T35" fmla="*/ 230 h 152"/>
                    <a:gd name="T36" fmla="*/ 743 w 436"/>
                    <a:gd name="T37" fmla="*/ 208 h 152"/>
                    <a:gd name="T38" fmla="*/ 696 w 436"/>
                    <a:gd name="T39" fmla="*/ 230 h 152"/>
                    <a:gd name="T40" fmla="*/ 750 w 436"/>
                    <a:gd name="T41" fmla="*/ 252 h 152"/>
                    <a:gd name="T42" fmla="*/ 715 w 436"/>
                    <a:gd name="T43" fmla="*/ 286 h 152"/>
                    <a:gd name="T44" fmla="*/ 729 w 436"/>
                    <a:gd name="T45" fmla="*/ 308 h 152"/>
                    <a:gd name="T46" fmla="*/ 738 w 436"/>
                    <a:gd name="T47" fmla="*/ 338 h 152"/>
                    <a:gd name="T48" fmla="*/ 724 w 436"/>
                    <a:gd name="T49" fmla="*/ 340 h 152"/>
                    <a:gd name="T50" fmla="*/ 736 w 436"/>
                    <a:gd name="T51" fmla="*/ 352 h 152"/>
                    <a:gd name="T52" fmla="*/ 720 w 436"/>
                    <a:gd name="T53" fmla="*/ 372 h 152"/>
                    <a:gd name="T54" fmla="*/ 0 w 436"/>
                    <a:gd name="T55" fmla="*/ 365 h 152"/>
                    <a:gd name="T56" fmla="*/ 171 w 436"/>
                    <a:gd name="T57" fmla="*/ 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27 h 165"/>
                    <a:gd name="T2" fmla="*/ 15 w 47"/>
                    <a:gd name="T3" fmla="*/ 88 h 165"/>
                    <a:gd name="T4" fmla="*/ 17 w 47"/>
                    <a:gd name="T5" fmla="*/ 55 h 165"/>
                    <a:gd name="T6" fmla="*/ 11 w 47"/>
                    <a:gd name="T7" fmla="*/ 32 h 165"/>
                    <a:gd name="T8" fmla="*/ 17 w 47"/>
                    <a:gd name="T9" fmla="*/ 10 h 165"/>
                    <a:gd name="T10" fmla="*/ 21 w 47"/>
                    <a:gd name="T11" fmla="*/ 0 h 165"/>
                    <a:gd name="T12" fmla="*/ 31 w 47"/>
                    <a:gd name="T13" fmla="*/ 24 h 165"/>
                    <a:gd name="T14" fmla="*/ 47 w 47"/>
                    <a:gd name="T15" fmla="*/ 80 h 165"/>
                    <a:gd name="T16" fmla="*/ 31 w 47"/>
                    <a:gd name="T17" fmla="*/ 88 h 165"/>
                    <a:gd name="T18" fmla="*/ 23 w 47"/>
                    <a:gd name="T19" fmla="*/ 102 h 165"/>
                    <a:gd name="T20" fmla="*/ 21 w 47"/>
                    <a:gd name="T21" fmla="*/ 107 h 165"/>
                    <a:gd name="T22" fmla="*/ 27 w 47"/>
                    <a:gd name="T23" fmla="*/ 109 h 165"/>
                    <a:gd name="T24" fmla="*/ 31 w 47"/>
                    <a:gd name="T25" fmla="*/ 119 h 165"/>
                    <a:gd name="T26" fmla="*/ 13 w 47"/>
                    <a:gd name="T27" fmla="*/ 120 h 165"/>
                    <a:gd name="T28" fmla="*/ 7 w 47"/>
                    <a:gd name="T29" fmla="*/ 130 h 165"/>
                    <a:gd name="T30" fmla="*/ 3 w 47"/>
                    <a:gd name="T31" fmla="*/ 125 h 165"/>
                    <a:gd name="T32" fmla="*/ 5 w 47"/>
                    <a:gd name="T33" fmla="*/ 127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50 h 103"/>
                    <a:gd name="T2" fmla="*/ 30 w 138"/>
                    <a:gd name="T3" fmla="*/ 35 h 103"/>
                    <a:gd name="T4" fmla="*/ 50 w 138"/>
                    <a:gd name="T5" fmla="*/ 27 h 103"/>
                    <a:gd name="T6" fmla="*/ 54 w 138"/>
                    <a:gd name="T7" fmla="*/ 37 h 103"/>
                    <a:gd name="T8" fmla="*/ 66 w 138"/>
                    <a:gd name="T9" fmla="*/ 40 h 103"/>
                    <a:gd name="T10" fmla="*/ 80 w 138"/>
                    <a:gd name="T11" fmla="*/ 45 h 103"/>
                    <a:gd name="T12" fmla="*/ 116 w 138"/>
                    <a:gd name="T13" fmla="*/ 27 h 103"/>
                    <a:gd name="T14" fmla="*/ 130 w 138"/>
                    <a:gd name="T15" fmla="*/ 14 h 103"/>
                    <a:gd name="T16" fmla="*/ 138 w 138"/>
                    <a:gd name="T17" fmla="*/ 9 h 103"/>
                    <a:gd name="T18" fmla="*/ 106 w 138"/>
                    <a:gd name="T19" fmla="*/ 40 h 103"/>
                    <a:gd name="T20" fmla="*/ 84 w 138"/>
                    <a:gd name="T21" fmla="*/ 55 h 103"/>
                    <a:gd name="T22" fmla="*/ 66 w 138"/>
                    <a:gd name="T23" fmla="*/ 66 h 103"/>
                    <a:gd name="T24" fmla="*/ 48 w 138"/>
                    <a:gd name="T25" fmla="*/ 84 h 103"/>
                    <a:gd name="T26" fmla="*/ 26 w 138"/>
                    <a:gd name="T27" fmla="*/ 73 h 103"/>
                    <a:gd name="T28" fmla="*/ 20 w 138"/>
                    <a:gd name="T29" fmla="*/ 71 h 103"/>
                    <a:gd name="T30" fmla="*/ 22 w 138"/>
                    <a:gd name="T31" fmla="*/ 79 h 103"/>
                    <a:gd name="T32" fmla="*/ 0 w 138"/>
                    <a:gd name="T33" fmla="*/ 79 h 103"/>
                    <a:gd name="T34" fmla="*/ 10 w 138"/>
                    <a:gd name="T35" fmla="*/ 64 h 103"/>
                    <a:gd name="T36" fmla="*/ 26 w 138"/>
                    <a:gd name="T37" fmla="*/ 50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7 w 188"/>
                    <a:gd name="T1" fmla="*/ 20 h 214"/>
                    <a:gd name="T2" fmla="*/ 159 w 188"/>
                    <a:gd name="T3" fmla="*/ 5 h 214"/>
                    <a:gd name="T4" fmla="*/ 169 w 188"/>
                    <a:gd name="T5" fmla="*/ 0 h 214"/>
                    <a:gd name="T6" fmla="*/ 181 w 188"/>
                    <a:gd name="T7" fmla="*/ 20 h 214"/>
                    <a:gd name="T8" fmla="*/ 187 w 188"/>
                    <a:gd name="T9" fmla="*/ 35 h 214"/>
                    <a:gd name="T10" fmla="*/ 177 w 188"/>
                    <a:gd name="T11" fmla="*/ 48 h 214"/>
                    <a:gd name="T12" fmla="*/ 169 w 188"/>
                    <a:gd name="T13" fmla="*/ 63 h 214"/>
                    <a:gd name="T14" fmla="*/ 161 w 188"/>
                    <a:gd name="T15" fmla="*/ 104 h 214"/>
                    <a:gd name="T16" fmla="*/ 143 w 188"/>
                    <a:gd name="T17" fmla="*/ 112 h 214"/>
                    <a:gd name="T18" fmla="*/ 119 w 188"/>
                    <a:gd name="T19" fmla="*/ 113 h 214"/>
                    <a:gd name="T20" fmla="*/ 111 w 188"/>
                    <a:gd name="T21" fmla="*/ 102 h 214"/>
                    <a:gd name="T22" fmla="*/ 101 w 188"/>
                    <a:gd name="T23" fmla="*/ 120 h 214"/>
                    <a:gd name="T24" fmla="*/ 90 w 188"/>
                    <a:gd name="T25" fmla="*/ 123 h 214"/>
                    <a:gd name="T26" fmla="*/ 80 w 188"/>
                    <a:gd name="T27" fmla="*/ 109 h 214"/>
                    <a:gd name="T28" fmla="*/ 58 w 188"/>
                    <a:gd name="T29" fmla="*/ 118 h 214"/>
                    <a:gd name="T30" fmla="*/ 76 w 188"/>
                    <a:gd name="T31" fmla="*/ 117 h 214"/>
                    <a:gd name="T32" fmla="*/ 78 w 188"/>
                    <a:gd name="T33" fmla="*/ 132 h 214"/>
                    <a:gd name="T34" fmla="*/ 58 w 188"/>
                    <a:gd name="T35" fmla="*/ 137 h 214"/>
                    <a:gd name="T36" fmla="*/ 34 w 188"/>
                    <a:gd name="T37" fmla="*/ 137 h 214"/>
                    <a:gd name="T38" fmla="*/ 36 w 188"/>
                    <a:gd name="T39" fmla="*/ 127 h 214"/>
                    <a:gd name="T40" fmla="*/ 46 w 188"/>
                    <a:gd name="T41" fmla="*/ 118 h 214"/>
                    <a:gd name="T42" fmla="*/ 34 w 188"/>
                    <a:gd name="T43" fmla="*/ 122 h 214"/>
                    <a:gd name="T44" fmla="*/ 26 w 188"/>
                    <a:gd name="T45" fmla="*/ 137 h 214"/>
                    <a:gd name="T46" fmla="*/ 30 w 188"/>
                    <a:gd name="T47" fmla="*/ 156 h 214"/>
                    <a:gd name="T48" fmla="*/ 14 w 188"/>
                    <a:gd name="T49" fmla="*/ 164 h 214"/>
                    <a:gd name="T50" fmla="*/ 0 w 188"/>
                    <a:gd name="T51" fmla="*/ 176 h 214"/>
                    <a:gd name="T52" fmla="*/ 8 w 188"/>
                    <a:gd name="T53" fmla="*/ 155 h 214"/>
                    <a:gd name="T54" fmla="*/ 0 w 188"/>
                    <a:gd name="T55" fmla="*/ 135 h 214"/>
                    <a:gd name="T56" fmla="*/ 14 w 188"/>
                    <a:gd name="T57" fmla="*/ 125 h 214"/>
                    <a:gd name="T58" fmla="*/ 32 w 188"/>
                    <a:gd name="T59" fmla="*/ 110 h 214"/>
                    <a:gd name="T60" fmla="*/ 44 w 188"/>
                    <a:gd name="T61" fmla="*/ 97 h 214"/>
                    <a:gd name="T62" fmla="*/ 72 w 188"/>
                    <a:gd name="T63" fmla="*/ 95 h 214"/>
                    <a:gd name="T64" fmla="*/ 84 w 188"/>
                    <a:gd name="T65" fmla="*/ 92 h 214"/>
                    <a:gd name="T66" fmla="*/ 113 w 188"/>
                    <a:gd name="T67" fmla="*/ 64 h 214"/>
                    <a:gd name="T68" fmla="*/ 119 w 188"/>
                    <a:gd name="T69" fmla="*/ 76 h 214"/>
                    <a:gd name="T70" fmla="*/ 131 w 188"/>
                    <a:gd name="T71" fmla="*/ 63 h 214"/>
                    <a:gd name="T72" fmla="*/ 149 w 188"/>
                    <a:gd name="T73" fmla="*/ 44 h 214"/>
                    <a:gd name="T74" fmla="*/ 153 w 188"/>
                    <a:gd name="T75" fmla="*/ 35 h 214"/>
                    <a:gd name="T76" fmla="*/ 147 w 188"/>
                    <a:gd name="T77" fmla="*/ 31 h 214"/>
                    <a:gd name="T78" fmla="*/ 151 w 188"/>
                    <a:gd name="T79" fmla="*/ 26 h 214"/>
                    <a:gd name="T80" fmla="*/ 157 w 188"/>
                    <a:gd name="T81" fmla="*/ 20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7 h 13"/>
                    <a:gd name="T2" fmla="*/ 4 w 13"/>
                    <a:gd name="T3" fmla="*/ 10 h 13"/>
                    <a:gd name="T4" fmla="*/ 0 w 13"/>
                    <a:gd name="T5" fmla="*/ 7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3 w 812"/>
                    <a:gd name="T1" fmla="*/ 21 h 564"/>
                    <a:gd name="T2" fmla="*/ 779 w 812"/>
                    <a:gd name="T3" fmla="*/ 64 h 564"/>
                    <a:gd name="T4" fmla="*/ 749 w 812"/>
                    <a:gd name="T5" fmla="*/ 100 h 564"/>
                    <a:gd name="T6" fmla="*/ 723 w 812"/>
                    <a:gd name="T7" fmla="*/ 116 h 564"/>
                    <a:gd name="T8" fmla="*/ 635 w 812"/>
                    <a:gd name="T9" fmla="*/ 147 h 564"/>
                    <a:gd name="T10" fmla="*/ 633 w 812"/>
                    <a:gd name="T11" fmla="*/ 172 h 564"/>
                    <a:gd name="T12" fmla="*/ 605 w 812"/>
                    <a:gd name="T13" fmla="*/ 188 h 564"/>
                    <a:gd name="T14" fmla="*/ 621 w 812"/>
                    <a:gd name="T15" fmla="*/ 146 h 564"/>
                    <a:gd name="T16" fmla="*/ 577 w 812"/>
                    <a:gd name="T17" fmla="*/ 154 h 564"/>
                    <a:gd name="T18" fmla="*/ 557 w 812"/>
                    <a:gd name="T19" fmla="*/ 179 h 564"/>
                    <a:gd name="T20" fmla="*/ 597 w 812"/>
                    <a:gd name="T21" fmla="*/ 229 h 564"/>
                    <a:gd name="T22" fmla="*/ 595 w 812"/>
                    <a:gd name="T23" fmla="*/ 301 h 564"/>
                    <a:gd name="T24" fmla="*/ 543 w 812"/>
                    <a:gd name="T25" fmla="*/ 333 h 564"/>
                    <a:gd name="T26" fmla="*/ 523 w 812"/>
                    <a:gd name="T27" fmla="*/ 316 h 564"/>
                    <a:gd name="T28" fmla="*/ 483 w 812"/>
                    <a:gd name="T29" fmla="*/ 285 h 564"/>
                    <a:gd name="T30" fmla="*/ 463 w 812"/>
                    <a:gd name="T31" fmla="*/ 285 h 564"/>
                    <a:gd name="T32" fmla="*/ 451 w 812"/>
                    <a:gd name="T33" fmla="*/ 323 h 564"/>
                    <a:gd name="T34" fmla="*/ 501 w 812"/>
                    <a:gd name="T35" fmla="*/ 380 h 564"/>
                    <a:gd name="T36" fmla="*/ 511 w 812"/>
                    <a:gd name="T37" fmla="*/ 429 h 564"/>
                    <a:gd name="T38" fmla="*/ 527 w 812"/>
                    <a:gd name="T39" fmla="*/ 459 h 564"/>
                    <a:gd name="T40" fmla="*/ 493 w 812"/>
                    <a:gd name="T41" fmla="*/ 446 h 564"/>
                    <a:gd name="T42" fmla="*/ 471 w 812"/>
                    <a:gd name="T43" fmla="*/ 424 h 564"/>
                    <a:gd name="T44" fmla="*/ 423 w 812"/>
                    <a:gd name="T45" fmla="*/ 347 h 564"/>
                    <a:gd name="T46" fmla="*/ 427 w 812"/>
                    <a:gd name="T47" fmla="*/ 254 h 564"/>
                    <a:gd name="T48" fmla="*/ 423 w 812"/>
                    <a:gd name="T49" fmla="*/ 220 h 564"/>
                    <a:gd name="T50" fmla="*/ 413 w 812"/>
                    <a:gd name="T51" fmla="*/ 226 h 564"/>
                    <a:gd name="T52" fmla="*/ 386 w 812"/>
                    <a:gd name="T53" fmla="*/ 218 h 564"/>
                    <a:gd name="T54" fmla="*/ 360 w 812"/>
                    <a:gd name="T55" fmla="*/ 139 h 564"/>
                    <a:gd name="T56" fmla="*/ 330 w 812"/>
                    <a:gd name="T57" fmla="*/ 136 h 564"/>
                    <a:gd name="T58" fmla="*/ 288 w 812"/>
                    <a:gd name="T59" fmla="*/ 141 h 564"/>
                    <a:gd name="T60" fmla="*/ 242 w 812"/>
                    <a:gd name="T61" fmla="*/ 190 h 564"/>
                    <a:gd name="T62" fmla="*/ 196 w 812"/>
                    <a:gd name="T63" fmla="*/ 220 h 564"/>
                    <a:gd name="T64" fmla="*/ 184 w 812"/>
                    <a:gd name="T65" fmla="*/ 224 h 564"/>
                    <a:gd name="T66" fmla="*/ 160 w 812"/>
                    <a:gd name="T67" fmla="*/ 269 h 564"/>
                    <a:gd name="T68" fmla="*/ 152 w 812"/>
                    <a:gd name="T69" fmla="*/ 290 h 564"/>
                    <a:gd name="T70" fmla="*/ 128 w 812"/>
                    <a:gd name="T71" fmla="*/ 331 h 564"/>
                    <a:gd name="T72" fmla="*/ 94 w 812"/>
                    <a:gd name="T73" fmla="*/ 321 h 564"/>
                    <a:gd name="T74" fmla="*/ 66 w 812"/>
                    <a:gd name="T75" fmla="*/ 211 h 564"/>
                    <a:gd name="T76" fmla="*/ 72 w 812"/>
                    <a:gd name="T77" fmla="*/ 128 h 564"/>
                    <a:gd name="T78" fmla="*/ 44 w 812"/>
                    <a:gd name="T79" fmla="*/ 147 h 564"/>
                    <a:gd name="T80" fmla="*/ 20 w 812"/>
                    <a:gd name="T81" fmla="*/ 123 h 564"/>
                    <a:gd name="T82" fmla="*/ 24 w 812"/>
                    <a:gd name="T83" fmla="*/ 113 h 564"/>
                    <a:gd name="T84" fmla="*/ 0 w 812"/>
                    <a:gd name="T85" fmla="*/ 75 h 564"/>
                    <a:gd name="T86" fmla="*/ 799 w 812"/>
                    <a:gd name="T87" fmla="*/ 5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9 h 85"/>
                    <a:gd name="T2" fmla="*/ 18 w 43"/>
                    <a:gd name="T3" fmla="*/ 3 h 85"/>
                    <a:gd name="T4" fmla="*/ 39 w 43"/>
                    <a:gd name="T5" fmla="*/ 28 h 85"/>
                    <a:gd name="T6" fmla="*/ 20 w 43"/>
                    <a:gd name="T7" fmla="*/ 71 h 85"/>
                    <a:gd name="T8" fmla="*/ 1 w 43"/>
                    <a:gd name="T9" fmla="*/ 58 h 85"/>
                    <a:gd name="T10" fmla="*/ 7 w 43"/>
                    <a:gd name="T11" fmla="*/ 9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2 w 44"/>
                    <a:gd name="T1" fmla="*/ 22 h 74"/>
                    <a:gd name="T2" fmla="*/ 28 w 44"/>
                    <a:gd name="T3" fmla="*/ 2 h 74"/>
                    <a:gd name="T4" fmla="*/ 41 w 44"/>
                    <a:gd name="T5" fmla="*/ 3 h 74"/>
                    <a:gd name="T6" fmla="*/ 37 w 44"/>
                    <a:gd name="T7" fmla="*/ 21 h 74"/>
                    <a:gd name="T8" fmla="*/ 12 w 44"/>
                    <a:gd name="T9" fmla="*/ 59 h 74"/>
                    <a:gd name="T10" fmla="*/ 7 w 44"/>
                    <a:gd name="T11" fmla="*/ 48 h 74"/>
                    <a:gd name="T12" fmla="*/ 3 w 44"/>
                    <a:gd name="T13" fmla="*/ 29 h 74"/>
                    <a:gd name="T14" fmla="*/ 12 w 44"/>
                    <a:gd name="T15" fmla="*/ 2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3 h 30"/>
                    <a:gd name="T2" fmla="*/ 5 w 20"/>
                    <a:gd name="T3" fmla="*/ 24 h 30"/>
                    <a:gd name="T4" fmla="*/ 7 w 20"/>
                    <a:gd name="T5" fmla="*/ 13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716 w 682"/>
                    <a:gd name="T1" fmla="*/ 721 h 557"/>
                    <a:gd name="T2" fmla="*/ 723 w 682"/>
                    <a:gd name="T3" fmla="*/ 701 h 557"/>
                    <a:gd name="T4" fmla="*/ 744 w 682"/>
                    <a:gd name="T5" fmla="*/ 642 h 557"/>
                    <a:gd name="T6" fmla="*/ 460 w 682"/>
                    <a:gd name="T7" fmla="*/ 446 h 557"/>
                    <a:gd name="T8" fmla="*/ 420 w 682"/>
                    <a:gd name="T9" fmla="*/ 538 h 557"/>
                    <a:gd name="T10" fmla="*/ 451 w 682"/>
                    <a:gd name="T11" fmla="*/ 864 h 557"/>
                    <a:gd name="T12" fmla="*/ 420 w 682"/>
                    <a:gd name="T13" fmla="*/ 768 h 557"/>
                    <a:gd name="T14" fmla="*/ 360 w 682"/>
                    <a:gd name="T15" fmla="*/ 683 h 557"/>
                    <a:gd name="T16" fmla="*/ 365 w 682"/>
                    <a:gd name="T17" fmla="*/ 642 h 557"/>
                    <a:gd name="T18" fmla="*/ 368 w 682"/>
                    <a:gd name="T19" fmla="*/ 613 h 557"/>
                    <a:gd name="T20" fmla="*/ 327 w 682"/>
                    <a:gd name="T21" fmla="*/ 583 h 557"/>
                    <a:gd name="T22" fmla="*/ 289 w 682"/>
                    <a:gd name="T23" fmla="*/ 538 h 557"/>
                    <a:gd name="T24" fmla="*/ 220 w 682"/>
                    <a:gd name="T25" fmla="*/ 550 h 557"/>
                    <a:gd name="T26" fmla="*/ 188 w 682"/>
                    <a:gd name="T27" fmla="*/ 567 h 557"/>
                    <a:gd name="T28" fmla="*/ 116 w 682"/>
                    <a:gd name="T29" fmla="*/ 567 h 557"/>
                    <a:gd name="T30" fmla="*/ 33 w 682"/>
                    <a:gd name="T31" fmla="*/ 485 h 557"/>
                    <a:gd name="T32" fmla="*/ 16 w 682"/>
                    <a:gd name="T33" fmla="*/ 459 h 557"/>
                    <a:gd name="T34" fmla="*/ 0 w 682"/>
                    <a:gd name="T35" fmla="*/ 410 h 557"/>
                    <a:gd name="T36" fmla="*/ 36 w 682"/>
                    <a:gd name="T37" fmla="*/ 331 h 557"/>
                    <a:gd name="T38" fmla="*/ 48 w 682"/>
                    <a:gd name="T39" fmla="*/ 281 h 557"/>
                    <a:gd name="T40" fmla="*/ 76 w 682"/>
                    <a:gd name="T41" fmla="*/ 222 h 557"/>
                    <a:gd name="T42" fmla="*/ 121 w 682"/>
                    <a:gd name="T43" fmla="*/ 180 h 557"/>
                    <a:gd name="T44" fmla="*/ 249 w 682"/>
                    <a:gd name="T45" fmla="*/ 104 h 557"/>
                    <a:gd name="T46" fmla="*/ 327 w 682"/>
                    <a:gd name="T47" fmla="*/ 47 h 557"/>
                    <a:gd name="T48" fmla="*/ 384 w 682"/>
                    <a:gd name="T49" fmla="*/ 9 h 557"/>
                    <a:gd name="T50" fmla="*/ 540 w 682"/>
                    <a:gd name="T51" fmla="*/ 3 h 557"/>
                    <a:gd name="T52" fmla="*/ 592 w 682"/>
                    <a:gd name="T53" fmla="*/ 0 h 557"/>
                    <a:gd name="T54" fmla="*/ 571 w 682"/>
                    <a:gd name="T55" fmla="*/ 53 h 557"/>
                    <a:gd name="T56" fmla="*/ 659 w 682"/>
                    <a:gd name="T57" fmla="*/ 131 h 557"/>
                    <a:gd name="T58" fmla="*/ 740 w 682"/>
                    <a:gd name="T59" fmla="*/ 115 h 557"/>
                    <a:gd name="T60" fmla="*/ 787 w 682"/>
                    <a:gd name="T61" fmla="*/ 127 h 557"/>
                    <a:gd name="T62" fmla="*/ 832 w 682"/>
                    <a:gd name="T63" fmla="*/ 151 h 557"/>
                    <a:gd name="T64" fmla="*/ 851 w 682"/>
                    <a:gd name="T65" fmla="*/ 292 h 557"/>
                    <a:gd name="T66" fmla="*/ 851 w 682"/>
                    <a:gd name="T67" fmla="*/ 373 h 557"/>
                    <a:gd name="T68" fmla="*/ 891 w 682"/>
                    <a:gd name="T69" fmla="*/ 440 h 557"/>
                    <a:gd name="T70" fmla="*/ 960 w 682"/>
                    <a:gd name="T71" fmla="*/ 466 h 557"/>
                    <a:gd name="T72" fmla="*/ 1012 w 682"/>
                    <a:gd name="T73" fmla="*/ 459 h 557"/>
                    <a:gd name="T74" fmla="*/ 988 w 682"/>
                    <a:gd name="T75" fmla="*/ 529 h 557"/>
                    <a:gd name="T76" fmla="*/ 891 w 682"/>
                    <a:gd name="T77" fmla="*/ 633 h 557"/>
                    <a:gd name="T78" fmla="*/ 816 w 682"/>
                    <a:gd name="T79" fmla="*/ 754 h 557"/>
                    <a:gd name="T80" fmla="*/ 827 w 682"/>
                    <a:gd name="T81" fmla="*/ 790 h 557"/>
                    <a:gd name="T82" fmla="*/ 647 w 682"/>
                    <a:gd name="T83" fmla="*/ 86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361 w 257"/>
                    <a:gd name="T1" fmla="*/ 540 h 347"/>
                    <a:gd name="T2" fmla="*/ 346 w 257"/>
                    <a:gd name="T3" fmla="*/ 468 h 347"/>
                    <a:gd name="T4" fmla="*/ 323 w 257"/>
                    <a:gd name="T5" fmla="*/ 448 h 347"/>
                    <a:gd name="T6" fmla="*/ 320 w 257"/>
                    <a:gd name="T7" fmla="*/ 419 h 347"/>
                    <a:gd name="T8" fmla="*/ 311 w 257"/>
                    <a:gd name="T9" fmla="*/ 395 h 347"/>
                    <a:gd name="T10" fmla="*/ 311 w 257"/>
                    <a:gd name="T11" fmla="*/ 356 h 347"/>
                    <a:gd name="T12" fmla="*/ 308 w 257"/>
                    <a:gd name="T13" fmla="*/ 333 h 347"/>
                    <a:gd name="T14" fmla="*/ 339 w 257"/>
                    <a:gd name="T15" fmla="*/ 314 h 347"/>
                    <a:gd name="T16" fmla="*/ 382 w 257"/>
                    <a:gd name="T17" fmla="*/ 307 h 347"/>
                    <a:gd name="T18" fmla="*/ 382 w 257"/>
                    <a:gd name="T19" fmla="*/ 212 h 347"/>
                    <a:gd name="T20" fmla="*/ 80 w 257"/>
                    <a:gd name="T21" fmla="*/ 149 h 347"/>
                    <a:gd name="T22" fmla="*/ 48 w 257"/>
                    <a:gd name="T23" fmla="*/ 153 h 347"/>
                    <a:gd name="T24" fmla="*/ 24 w 257"/>
                    <a:gd name="T25" fmla="*/ 159 h 347"/>
                    <a:gd name="T26" fmla="*/ 0 w 257"/>
                    <a:gd name="T27" fmla="*/ 232 h 347"/>
                    <a:gd name="T28" fmla="*/ 138 w 257"/>
                    <a:gd name="T29" fmla="*/ 538 h 347"/>
                    <a:gd name="T30" fmla="*/ 361 w 257"/>
                    <a:gd name="T31" fmla="*/ 540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6 w 19"/>
                    <a:gd name="T1" fmla="*/ 20 h 37"/>
                    <a:gd name="T2" fmla="*/ 16 w 19"/>
                    <a:gd name="T3" fmla="*/ 16 h 37"/>
                    <a:gd name="T4" fmla="*/ 6 w 19"/>
                    <a:gd name="T5" fmla="*/ 2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10 h 20"/>
                    <a:gd name="T2" fmla="*/ 15 w 22"/>
                    <a:gd name="T3" fmla="*/ 0 h 20"/>
                    <a:gd name="T4" fmla="*/ 19 w 22"/>
                    <a:gd name="T5" fmla="*/ 10 h 20"/>
                    <a:gd name="T6" fmla="*/ 8 w 22"/>
                    <a:gd name="T7" fmla="*/ 17 h 20"/>
                    <a:gd name="T8" fmla="*/ 11 w 22"/>
                    <a:gd name="T9" fmla="*/ 10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4 h 30"/>
                    <a:gd name="T2" fmla="*/ 33 w 57"/>
                    <a:gd name="T3" fmla="*/ 5 h 30"/>
                    <a:gd name="T4" fmla="*/ 37 w 57"/>
                    <a:gd name="T5" fmla="*/ 24 h 30"/>
                    <a:gd name="T6" fmla="*/ 24 w 57"/>
                    <a:gd name="T7" fmla="*/ 14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2 w 693"/>
                    <a:gd name="T1" fmla="*/ 379 h 696"/>
                    <a:gd name="T2" fmla="*/ 392 w 693"/>
                    <a:gd name="T3" fmla="*/ 370 h 696"/>
                    <a:gd name="T4" fmla="*/ 324 w 693"/>
                    <a:gd name="T5" fmla="*/ 337 h 696"/>
                    <a:gd name="T6" fmla="*/ 264 w 693"/>
                    <a:gd name="T7" fmla="*/ 327 h 696"/>
                    <a:gd name="T8" fmla="*/ 236 w 693"/>
                    <a:gd name="T9" fmla="*/ 340 h 696"/>
                    <a:gd name="T10" fmla="*/ 260 w 693"/>
                    <a:gd name="T11" fmla="*/ 350 h 696"/>
                    <a:gd name="T12" fmla="*/ 292 w 693"/>
                    <a:gd name="T13" fmla="*/ 383 h 696"/>
                    <a:gd name="T14" fmla="*/ 320 w 693"/>
                    <a:gd name="T15" fmla="*/ 389 h 696"/>
                    <a:gd name="T16" fmla="*/ 332 w 693"/>
                    <a:gd name="T17" fmla="*/ 438 h 696"/>
                    <a:gd name="T18" fmla="*/ 312 w 693"/>
                    <a:gd name="T19" fmla="*/ 451 h 696"/>
                    <a:gd name="T20" fmla="*/ 260 w 693"/>
                    <a:gd name="T21" fmla="*/ 504 h 696"/>
                    <a:gd name="T22" fmla="*/ 224 w 693"/>
                    <a:gd name="T23" fmla="*/ 513 h 696"/>
                    <a:gd name="T24" fmla="*/ 97 w 693"/>
                    <a:gd name="T25" fmla="*/ 569 h 696"/>
                    <a:gd name="T26" fmla="*/ 77 w 693"/>
                    <a:gd name="T27" fmla="*/ 504 h 696"/>
                    <a:gd name="T28" fmla="*/ 45 w 693"/>
                    <a:gd name="T29" fmla="*/ 428 h 696"/>
                    <a:gd name="T30" fmla="*/ 33 w 693"/>
                    <a:gd name="T31" fmla="*/ 366 h 696"/>
                    <a:gd name="T32" fmla="*/ 53 w 693"/>
                    <a:gd name="T33" fmla="*/ 281 h 696"/>
                    <a:gd name="T34" fmla="*/ 17 w 693"/>
                    <a:gd name="T35" fmla="*/ 320 h 696"/>
                    <a:gd name="T36" fmla="*/ 81 w 693"/>
                    <a:gd name="T37" fmla="*/ 229 h 696"/>
                    <a:gd name="T38" fmla="*/ 113 w 693"/>
                    <a:gd name="T39" fmla="*/ 167 h 696"/>
                    <a:gd name="T40" fmla="*/ 37 w 693"/>
                    <a:gd name="T41" fmla="*/ 167 h 696"/>
                    <a:gd name="T42" fmla="*/ 1 w 693"/>
                    <a:gd name="T43" fmla="*/ 160 h 696"/>
                    <a:gd name="T44" fmla="*/ 25 w 693"/>
                    <a:gd name="T45" fmla="*/ 114 h 696"/>
                    <a:gd name="T46" fmla="*/ 97 w 693"/>
                    <a:gd name="T47" fmla="*/ 92 h 696"/>
                    <a:gd name="T48" fmla="*/ 220 w 693"/>
                    <a:gd name="T49" fmla="*/ 101 h 696"/>
                    <a:gd name="T50" fmla="*/ 228 w 693"/>
                    <a:gd name="T51" fmla="*/ 52 h 696"/>
                    <a:gd name="T52" fmla="*/ 260 w 693"/>
                    <a:gd name="T53" fmla="*/ 0 h 696"/>
                    <a:gd name="T54" fmla="*/ 356 w 693"/>
                    <a:gd name="T55" fmla="*/ 36 h 696"/>
                    <a:gd name="T56" fmla="*/ 328 w 693"/>
                    <a:gd name="T57" fmla="*/ 72 h 696"/>
                    <a:gd name="T58" fmla="*/ 300 w 693"/>
                    <a:gd name="T59" fmla="*/ 144 h 696"/>
                    <a:gd name="T60" fmla="*/ 360 w 693"/>
                    <a:gd name="T61" fmla="*/ 157 h 696"/>
                    <a:gd name="T62" fmla="*/ 372 w 693"/>
                    <a:gd name="T63" fmla="*/ 111 h 696"/>
                    <a:gd name="T64" fmla="*/ 416 w 693"/>
                    <a:gd name="T65" fmla="*/ 75 h 696"/>
                    <a:gd name="T66" fmla="*/ 496 w 693"/>
                    <a:gd name="T67" fmla="*/ 72 h 696"/>
                    <a:gd name="T68" fmla="*/ 527 w 693"/>
                    <a:gd name="T69" fmla="*/ 43 h 696"/>
                    <a:gd name="T70" fmla="*/ 539 w 693"/>
                    <a:gd name="T71" fmla="*/ 376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1228 w 931"/>
                    <a:gd name="T1" fmla="*/ 0 h 149"/>
                    <a:gd name="T2" fmla="*/ 213 w 931"/>
                    <a:gd name="T3" fmla="*/ 45 h 149"/>
                    <a:gd name="T4" fmla="*/ 135 w 931"/>
                    <a:gd name="T5" fmla="*/ 65 h 149"/>
                    <a:gd name="T6" fmla="*/ 92 w 931"/>
                    <a:gd name="T7" fmla="*/ 65 h 149"/>
                    <a:gd name="T8" fmla="*/ 33 w 931"/>
                    <a:gd name="T9" fmla="*/ 120 h 149"/>
                    <a:gd name="T10" fmla="*/ 0 w 931"/>
                    <a:gd name="T11" fmla="*/ 163 h 149"/>
                    <a:gd name="T12" fmla="*/ 88 w 931"/>
                    <a:gd name="T13" fmla="*/ 179 h 149"/>
                    <a:gd name="T14" fmla="*/ 144 w 931"/>
                    <a:gd name="T15" fmla="*/ 149 h 149"/>
                    <a:gd name="T16" fmla="*/ 161 w 931"/>
                    <a:gd name="T17" fmla="*/ 131 h 149"/>
                    <a:gd name="T18" fmla="*/ 249 w 931"/>
                    <a:gd name="T19" fmla="*/ 81 h 149"/>
                    <a:gd name="T20" fmla="*/ 320 w 931"/>
                    <a:gd name="T21" fmla="*/ 72 h 149"/>
                    <a:gd name="T22" fmla="*/ 353 w 931"/>
                    <a:gd name="T23" fmla="*/ 146 h 149"/>
                    <a:gd name="T24" fmla="*/ 280 w 931"/>
                    <a:gd name="T25" fmla="*/ 170 h 149"/>
                    <a:gd name="T26" fmla="*/ 344 w 931"/>
                    <a:gd name="T27" fmla="*/ 176 h 149"/>
                    <a:gd name="T28" fmla="*/ 372 w 931"/>
                    <a:gd name="T29" fmla="*/ 140 h 149"/>
                    <a:gd name="T30" fmla="*/ 396 w 931"/>
                    <a:gd name="T31" fmla="*/ 143 h 149"/>
                    <a:gd name="T32" fmla="*/ 377 w 931"/>
                    <a:gd name="T33" fmla="*/ 84 h 149"/>
                    <a:gd name="T34" fmla="*/ 396 w 931"/>
                    <a:gd name="T35" fmla="*/ 69 h 149"/>
                    <a:gd name="T36" fmla="*/ 412 w 931"/>
                    <a:gd name="T37" fmla="*/ 137 h 149"/>
                    <a:gd name="T38" fmla="*/ 396 w 931"/>
                    <a:gd name="T39" fmla="*/ 176 h 149"/>
                    <a:gd name="T40" fmla="*/ 441 w 931"/>
                    <a:gd name="T41" fmla="*/ 202 h 149"/>
                    <a:gd name="T42" fmla="*/ 445 w 931"/>
                    <a:gd name="T43" fmla="*/ 143 h 149"/>
                    <a:gd name="T44" fmla="*/ 493 w 931"/>
                    <a:gd name="T45" fmla="*/ 160 h 149"/>
                    <a:gd name="T46" fmla="*/ 569 w 931"/>
                    <a:gd name="T47" fmla="*/ 114 h 149"/>
                    <a:gd name="T48" fmla="*/ 609 w 931"/>
                    <a:gd name="T49" fmla="*/ 78 h 149"/>
                    <a:gd name="T50" fmla="*/ 654 w 931"/>
                    <a:gd name="T51" fmla="*/ 87 h 149"/>
                    <a:gd name="T52" fmla="*/ 677 w 931"/>
                    <a:gd name="T53" fmla="*/ 78 h 149"/>
                    <a:gd name="T54" fmla="*/ 642 w 931"/>
                    <a:gd name="T55" fmla="*/ 69 h 149"/>
                    <a:gd name="T56" fmla="*/ 706 w 931"/>
                    <a:gd name="T57" fmla="*/ 54 h 149"/>
                    <a:gd name="T58" fmla="*/ 810 w 931"/>
                    <a:gd name="T59" fmla="*/ 84 h 149"/>
                    <a:gd name="T60" fmla="*/ 865 w 931"/>
                    <a:gd name="T61" fmla="*/ 65 h 149"/>
                    <a:gd name="T62" fmla="*/ 869 w 931"/>
                    <a:gd name="T63" fmla="*/ 98 h 149"/>
                    <a:gd name="T64" fmla="*/ 846 w 931"/>
                    <a:gd name="T65" fmla="*/ 157 h 149"/>
                    <a:gd name="T66" fmla="*/ 910 w 931"/>
                    <a:gd name="T67" fmla="*/ 137 h 149"/>
                    <a:gd name="T68" fmla="*/ 929 w 931"/>
                    <a:gd name="T69" fmla="*/ 125 h 149"/>
                    <a:gd name="T70" fmla="*/ 965 w 931"/>
                    <a:gd name="T71" fmla="*/ 95 h 149"/>
                    <a:gd name="T72" fmla="*/ 1182 w 931"/>
                    <a:gd name="T73" fmla="*/ 131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3 h 30"/>
                    <a:gd name="T2" fmla="*/ 30 w 31"/>
                    <a:gd name="T3" fmla="*/ 0 h 30"/>
                    <a:gd name="T4" fmla="*/ 18 w 31"/>
                    <a:gd name="T5" fmla="*/ 20 h 30"/>
                    <a:gd name="T6" fmla="*/ 3 w 31"/>
                    <a:gd name="T7" fmla="*/ 2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27 h 32"/>
                    <a:gd name="T2" fmla="*/ 23 w 44"/>
                    <a:gd name="T3" fmla="*/ 0 h 32"/>
                    <a:gd name="T4" fmla="*/ 39 w 44"/>
                    <a:gd name="T5" fmla="*/ 3 h 32"/>
                    <a:gd name="T6" fmla="*/ 6 w 44"/>
                    <a:gd name="T7" fmla="*/ 27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4 h 18"/>
                    <a:gd name="T2" fmla="*/ 25 w 76"/>
                    <a:gd name="T3" fmla="*/ 2 h 18"/>
                    <a:gd name="T4" fmla="*/ 37 w 76"/>
                    <a:gd name="T5" fmla="*/ 1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8 h 44"/>
                    <a:gd name="T2" fmla="*/ 12 w 42"/>
                    <a:gd name="T3" fmla="*/ 8 h 44"/>
                    <a:gd name="T4" fmla="*/ 0 w 42"/>
                    <a:gd name="T5" fmla="*/ 18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18 h 30"/>
                    <a:gd name="T2" fmla="*/ 33 w 31"/>
                    <a:gd name="T3" fmla="*/ 8 h 30"/>
                    <a:gd name="T4" fmla="*/ 7 w 31"/>
                    <a:gd name="T5" fmla="*/ 18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B5F599-E3D5-471E-BFFB-2717659EB0D3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D749D-B02E-43F7-BF45-77292D7DE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753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44E1BF-4290-4F1C-93BF-B38D98F1A300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71D3C-2420-4A89-861A-EFACF67BD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89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A9C29-EC0C-4BDB-B81E-18742B3FA74E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7C516-7C16-4CAB-A74A-722B527553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72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DC8DD1-F5C3-4527-9965-CD2D433AA041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B457F-574C-4B27-B8FD-912742A6F5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0194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94A3B-1A85-4AA9-8D77-BBA4B242132D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9891F-5E13-4DF5-9FD6-9F860B36ED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5052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B0E4C0-F251-4B5F-966B-A223D177136D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F502-3536-48AF-AF28-1F60F99AA4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004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BDBB6E-7A8E-489B-ACEC-87EED190B06A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D6A28-A226-4288-A746-966042DC60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421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93EF0-79C7-4605-BC79-4CFDE4506BC0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54336-C548-4054-B96E-922E33BFF2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00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84796-8ABE-4201-AA22-7D2F1930E5E1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B59A7-6786-41B6-91D9-33D4911DCF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940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8F033-30E3-4290-9723-F593567D7FD1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50C14-AD8D-4227-8EE1-9BB6BD384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0245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5B669-34F7-4F7A-844E-0D2E3D0EC26A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699C8-A711-447C-9392-6C9B7979A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8488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fld id="{A5871052-B430-4044-9962-0343E00F3AD1}" type="datetime1">
              <a:rPr lang="en-US" smtClean="0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 smtClean="0"/>
              <a:t>Options, Futures, and Other Derivatives, 11th  Edition, 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09C78114-CFAD-4537-838E-1DEBCB94A6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2 w 15"/>
                      <a:gd name="T1" fmla="*/ 4 h 23"/>
                      <a:gd name="T2" fmla="*/ 7 w 15"/>
                      <a:gd name="T3" fmla="*/ 2 h 23"/>
                      <a:gd name="T4" fmla="*/ 6 w 15"/>
                      <a:gd name="T5" fmla="*/ 6 h 23"/>
                      <a:gd name="T6" fmla="*/ 2 w 15"/>
                      <a:gd name="T7" fmla="*/ 4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1 w 20"/>
                      <a:gd name="T1" fmla="*/ 5 h 23"/>
                      <a:gd name="T2" fmla="*/ 5 w 20"/>
                      <a:gd name="T3" fmla="*/ 1 h 23"/>
                      <a:gd name="T4" fmla="*/ 3 w 20"/>
                      <a:gd name="T5" fmla="*/ 7 h 23"/>
                      <a:gd name="T6" fmla="*/ 1 w 20"/>
                      <a:gd name="T7" fmla="*/ 5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3 w 26"/>
                      <a:gd name="T1" fmla="*/ 5 h 22"/>
                      <a:gd name="T2" fmla="*/ 6 w 26"/>
                      <a:gd name="T3" fmla="*/ 0 h 22"/>
                      <a:gd name="T4" fmla="*/ 6 w 26"/>
                      <a:gd name="T5" fmla="*/ 8 h 22"/>
                      <a:gd name="T6" fmla="*/ 3 w 26"/>
                      <a:gd name="T7" fmla="*/ 5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3 w 471"/>
                      <a:gd name="T1" fmla="*/ 178 h 281"/>
                      <a:gd name="T2" fmla="*/ 15 w 471"/>
                      <a:gd name="T3" fmla="*/ 159 h 281"/>
                      <a:gd name="T4" fmla="*/ 14 w 471"/>
                      <a:gd name="T5" fmla="*/ 156 h 281"/>
                      <a:gd name="T6" fmla="*/ 10 w 471"/>
                      <a:gd name="T7" fmla="*/ 139 h 281"/>
                      <a:gd name="T8" fmla="*/ 3 w 471"/>
                      <a:gd name="T9" fmla="*/ 137 h 281"/>
                      <a:gd name="T10" fmla="*/ 0 w 471"/>
                      <a:gd name="T11" fmla="*/ 122 h 281"/>
                      <a:gd name="T12" fmla="*/ 8 w 471"/>
                      <a:gd name="T13" fmla="*/ 115 h 281"/>
                      <a:gd name="T14" fmla="*/ 4 w 471"/>
                      <a:gd name="T15" fmla="*/ 105 h 281"/>
                      <a:gd name="T16" fmla="*/ 1 w 471"/>
                      <a:gd name="T17" fmla="*/ 102 h 281"/>
                      <a:gd name="T18" fmla="*/ 18 w 471"/>
                      <a:gd name="T19" fmla="*/ 76 h 281"/>
                      <a:gd name="T20" fmla="*/ 28 w 471"/>
                      <a:gd name="T21" fmla="*/ 61 h 281"/>
                      <a:gd name="T22" fmla="*/ 27 w 471"/>
                      <a:gd name="T23" fmla="*/ 45 h 281"/>
                      <a:gd name="T24" fmla="*/ 15 w 471"/>
                      <a:gd name="T25" fmla="*/ 27 h 281"/>
                      <a:gd name="T26" fmla="*/ 13 w 471"/>
                      <a:gd name="T27" fmla="*/ 20 h 281"/>
                      <a:gd name="T28" fmla="*/ 17 w 471"/>
                      <a:gd name="T29" fmla="*/ 23 h 281"/>
                      <a:gd name="T30" fmla="*/ 30 w 471"/>
                      <a:gd name="T31" fmla="*/ 22 h 281"/>
                      <a:gd name="T32" fmla="*/ 41 w 471"/>
                      <a:gd name="T33" fmla="*/ 7 h 281"/>
                      <a:gd name="T34" fmla="*/ 52 w 471"/>
                      <a:gd name="T35" fmla="*/ 0 h 281"/>
                      <a:gd name="T36" fmla="*/ 56 w 471"/>
                      <a:gd name="T37" fmla="*/ 1 h 281"/>
                      <a:gd name="T38" fmla="*/ 58 w 471"/>
                      <a:gd name="T39" fmla="*/ 6 h 281"/>
                      <a:gd name="T40" fmla="*/ 62 w 471"/>
                      <a:gd name="T41" fmla="*/ 3 h 281"/>
                      <a:gd name="T42" fmla="*/ 70 w 471"/>
                      <a:gd name="T43" fmla="*/ 5 h 281"/>
                      <a:gd name="T44" fmla="*/ 74 w 471"/>
                      <a:gd name="T45" fmla="*/ 6 h 281"/>
                      <a:gd name="T46" fmla="*/ 90 w 471"/>
                      <a:gd name="T47" fmla="*/ 9 h 281"/>
                      <a:gd name="T48" fmla="*/ 98 w 471"/>
                      <a:gd name="T49" fmla="*/ 15 h 281"/>
                      <a:gd name="T50" fmla="*/ 106 w 471"/>
                      <a:gd name="T51" fmla="*/ 11 h 281"/>
                      <a:gd name="T52" fmla="*/ 110 w 471"/>
                      <a:gd name="T53" fmla="*/ 9 h 281"/>
                      <a:gd name="T54" fmla="*/ 124 w 471"/>
                      <a:gd name="T55" fmla="*/ 9 h 281"/>
                      <a:gd name="T56" fmla="*/ 134 w 471"/>
                      <a:gd name="T57" fmla="*/ 20 h 281"/>
                      <a:gd name="T58" fmla="*/ 147 w 471"/>
                      <a:gd name="T59" fmla="*/ 38 h 281"/>
                      <a:gd name="T60" fmla="*/ 156 w 471"/>
                      <a:gd name="T61" fmla="*/ 45 h 281"/>
                      <a:gd name="T62" fmla="*/ 163 w 471"/>
                      <a:gd name="T63" fmla="*/ 43 h 281"/>
                      <a:gd name="T64" fmla="*/ 171 w 471"/>
                      <a:gd name="T65" fmla="*/ 41 h 281"/>
                      <a:gd name="T66" fmla="*/ 184 w 471"/>
                      <a:gd name="T67" fmla="*/ 45 h 281"/>
                      <a:gd name="T68" fmla="*/ 190 w 471"/>
                      <a:gd name="T69" fmla="*/ 52 h 281"/>
                      <a:gd name="T70" fmla="*/ 196 w 471"/>
                      <a:gd name="T71" fmla="*/ 57 h 281"/>
                      <a:gd name="T72" fmla="*/ 202 w 471"/>
                      <a:gd name="T73" fmla="*/ 71 h 281"/>
                      <a:gd name="T74" fmla="*/ 204 w 471"/>
                      <a:gd name="T75" fmla="*/ 76 h 281"/>
                      <a:gd name="T76" fmla="*/ 206 w 471"/>
                      <a:gd name="T77" fmla="*/ 80 h 281"/>
                      <a:gd name="T78" fmla="*/ 197 w 471"/>
                      <a:gd name="T79" fmla="*/ 90 h 281"/>
                      <a:gd name="T80" fmla="*/ 204 w 471"/>
                      <a:gd name="T81" fmla="*/ 90 h 281"/>
                      <a:gd name="T82" fmla="*/ 217 w 471"/>
                      <a:gd name="T83" fmla="*/ 99 h 281"/>
                      <a:gd name="T84" fmla="*/ 231 w 471"/>
                      <a:gd name="T85" fmla="*/ 100 h 281"/>
                      <a:gd name="T86" fmla="*/ 241 w 471"/>
                      <a:gd name="T87" fmla="*/ 107 h 281"/>
                      <a:gd name="T88" fmla="*/ 243 w 471"/>
                      <a:gd name="T89" fmla="*/ 110 h 281"/>
                      <a:gd name="T90" fmla="*/ 243 w 471"/>
                      <a:gd name="T91" fmla="*/ 112 h 281"/>
                      <a:gd name="T92" fmla="*/ 250 w 471"/>
                      <a:gd name="T93" fmla="*/ 110 h 281"/>
                      <a:gd name="T94" fmla="*/ 254 w 471"/>
                      <a:gd name="T95" fmla="*/ 109 h 281"/>
                      <a:gd name="T96" fmla="*/ 279 w 471"/>
                      <a:gd name="T97" fmla="*/ 118 h 281"/>
                      <a:gd name="T98" fmla="*/ 284 w 471"/>
                      <a:gd name="T99" fmla="*/ 127 h 281"/>
                      <a:gd name="T100" fmla="*/ 295 w 471"/>
                      <a:gd name="T101" fmla="*/ 128 h 281"/>
                      <a:gd name="T102" fmla="*/ 299 w 471"/>
                      <a:gd name="T103" fmla="*/ 137 h 281"/>
                      <a:gd name="T104" fmla="*/ 286 w 471"/>
                      <a:gd name="T105" fmla="*/ 164 h 281"/>
                      <a:gd name="T106" fmla="*/ 276 w 471"/>
                      <a:gd name="T107" fmla="*/ 179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173 w 984"/>
                      <a:gd name="T1" fmla="*/ 2 h 844"/>
                      <a:gd name="T2" fmla="*/ 214 w 984"/>
                      <a:gd name="T3" fmla="*/ 11 h 844"/>
                      <a:gd name="T4" fmla="*/ 235 w 984"/>
                      <a:gd name="T5" fmla="*/ 13 h 844"/>
                      <a:gd name="T6" fmla="*/ 247 w 984"/>
                      <a:gd name="T7" fmla="*/ 44 h 844"/>
                      <a:gd name="T8" fmla="*/ 250 w 984"/>
                      <a:gd name="T9" fmla="*/ 30 h 844"/>
                      <a:gd name="T10" fmla="*/ 259 w 984"/>
                      <a:gd name="T11" fmla="*/ 23 h 844"/>
                      <a:gd name="T12" fmla="*/ 274 w 984"/>
                      <a:gd name="T13" fmla="*/ 42 h 844"/>
                      <a:gd name="T14" fmla="*/ 291 w 984"/>
                      <a:gd name="T15" fmla="*/ 33 h 844"/>
                      <a:gd name="T16" fmla="*/ 301 w 984"/>
                      <a:gd name="T17" fmla="*/ 29 h 844"/>
                      <a:gd name="T18" fmla="*/ 325 w 984"/>
                      <a:gd name="T19" fmla="*/ 1 h 844"/>
                      <a:gd name="T20" fmla="*/ 341 w 984"/>
                      <a:gd name="T21" fmla="*/ 23 h 844"/>
                      <a:gd name="T22" fmla="*/ 341 w 984"/>
                      <a:gd name="T23" fmla="*/ 44 h 844"/>
                      <a:gd name="T24" fmla="*/ 337 w 984"/>
                      <a:gd name="T25" fmla="*/ 53 h 844"/>
                      <a:gd name="T26" fmla="*/ 327 w 984"/>
                      <a:gd name="T27" fmla="*/ 54 h 844"/>
                      <a:gd name="T28" fmla="*/ 325 w 984"/>
                      <a:gd name="T29" fmla="*/ 62 h 844"/>
                      <a:gd name="T30" fmla="*/ 342 w 984"/>
                      <a:gd name="T31" fmla="*/ 76 h 844"/>
                      <a:gd name="T32" fmla="*/ 335 w 984"/>
                      <a:gd name="T33" fmla="*/ 108 h 844"/>
                      <a:gd name="T34" fmla="*/ 354 w 984"/>
                      <a:gd name="T35" fmla="*/ 139 h 844"/>
                      <a:gd name="T36" fmla="*/ 365 w 984"/>
                      <a:gd name="T37" fmla="*/ 151 h 844"/>
                      <a:gd name="T38" fmla="*/ 354 w 984"/>
                      <a:gd name="T39" fmla="*/ 151 h 844"/>
                      <a:gd name="T40" fmla="*/ 318 w 984"/>
                      <a:gd name="T41" fmla="*/ 127 h 844"/>
                      <a:gd name="T42" fmla="*/ 289 w 984"/>
                      <a:gd name="T43" fmla="*/ 135 h 844"/>
                      <a:gd name="T44" fmla="*/ 252 w 984"/>
                      <a:gd name="T45" fmla="*/ 148 h 844"/>
                      <a:gd name="T46" fmla="*/ 274 w 984"/>
                      <a:gd name="T47" fmla="*/ 194 h 844"/>
                      <a:gd name="T48" fmla="*/ 303 w 984"/>
                      <a:gd name="T49" fmla="*/ 205 h 844"/>
                      <a:gd name="T50" fmla="*/ 315 w 984"/>
                      <a:gd name="T51" fmla="*/ 184 h 844"/>
                      <a:gd name="T52" fmla="*/ 330 w 984"/>
                      <a:gd name="T53" fmla="*/ 191 h 844"/>
                      <a:gd name="T54" fmla="*/ 327 w 984"/>
                      <a:gd name="T55" fmla="*/ 211 h 844"/>
                      <a:gd name="T56" fmla="*/ 342 w 984"/>
                      <a:gd name="T57" fmla="*/ 225 h 844"/>
                      <a:gd name="T58" fmla="*/ 358 w 984"/>
                      <a:gd name="T59" fmla="*/ 221 h 844"/>
                      <a:gd name="T60" fmla="*/ 394 w 984"/>
                      <a:gd name="T61" fmla="*/ 270 h 844"/>
                      <a:gd name="T62" fmla="*/ 402 w 984"/>
                      <a:gd name="T63" fmla="*/ 277 h 844"/>
                      <a:gd name="T64" fmla="*/ 373 w 984"/>
                      <a:gd name="T65" fmla="*/ 272 h 844"/>
                      <a:gd name="T66" fmla="*/ 354 w 984"/>
                      <a:gd name="T67" fmla="*/ 254 h 844"/>
                      <a:gd name="T68" fmla="*/ 332 w 984"/>
                      <a:gd name="T69" fmla="*/ 238 h 844"/>
                      <a:gd name="T70" fmla="*/ 300 w 984"/>
                      <a:gd name="T71" fmla="*/ 222 h 844"/>
                      <a:gd name="T72" fmla="*/ 262 w 984"/>
                      <a:gd name="T73" fmla="*/ 217 h 844"/>
                      <a:gd name="T74" fmla="*/ 216 w 984"/>
                      <a:gd name="T75" fmla="*/ 199 h 844"/>
                      <a:gd name="T76" fmla="*/ 197 w 984"/>
                      <a:gd name="T77" fmla="*/ 170 h 844"/>
                      <a:gd name="T78" fmla="*/ 184 w 984"/>
                      <a:gd name="T79" fmla="*/ 155 h 844"/>
                      <a:gd name="T80" fmla="*/ 163 w 984"/>
                      <a:gd name="T81" fmla="*/ 144 h 844"/>
                      <a:gd name="T82" fmla="*/ 146 w 984"/>
                      <a:gd name="T83" fmla="*/ 124 h 844"/>
                      <a:gd name="T84" fmla="*/ 151 w 984"/>
                      <a:gd name="T85" fmla="*/ 139 h 844"/>
                      <a:gd name="T86" fmla="*/ 178 w 984"/>
                      <a:gd name="T87" fmla="*/ 166 h 844"/>
                      <a:gd name="T88" fmla="*/ 180 w 984"/>
                      <a:gd name="T89" fmla="*/ 176 h 844"/>
                      <a:gd name="T90" fmla="*/ 168 w 984"/>
                      <a:gd name="T91" fmla="*/ 167 h 844"/>
                      <a:gd name="T92" fmla="*/ 151 w 984"/>
                      <a:gd name="T93" fmla="*/ 156 h 844"/>
                      <a:gd name="T94" fmla="*/ 134 w 984"/>
                      <a:gd name="T95" fmla="*/ 135 h 844"/>
                      <a:gd name="T96" fmla="*/ 114 w 984"/>
                      <a:gd name="T97" fmla="*/ 116 h 844"/>
                      <a:gd name="T98" fmla="*/ 90 w 984"/>
                      <a:gd name="T99" fmla="*/ 105 h 844"/>
                      <a:gd name="T100" fmla="*/ 66 w 984"/>
                      <a:gd name="T101" fmla="*/ 80 h 844"/>
                      <a:gd name="T102" fmla="*/ 28 w 984"/>
                      <a:gd name="T103" fmla="*/ 22 h 844"/>
                      <a:gd name="T104" fmla="*/ 15 w 984"/>
                      <a:gd name="T105" fmla="*/ 13 h 844"/>
                      <a:gd name="T106" fmla="*/ 20 w 984"/>
                      <a:gd name="T107" fmla="*/ 7 h 844"/>
                      <a:gd name="T108" fmla="*/ 44 w 984"/>
                      <a:gd name="T109" fmla="*/ 23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3 w 36"/>
                      <a:gd name="T1" fmla="*/ 9 h 48"/>
                      <a:gd name="T2" fmla="*/ 4 w 36"/>
                      <a:gd name="T3" fmla="*/ 16 h 48"/>
                      <a:gd name="T4" fmla="*/ 3 w 36"/>
                      <a:gd name="T5" fmla="*/ 9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2 h 37"/>
                      <a:gd name="T2" fmla="*/ 5 w 36"/>
                      <a:gd name="T3" fmla="*/ 0 h 37"/>
                      <a:gd name="T4" fmla="*/ 16 w 36"/>
                      <a:gd name="T5" fmla="*/ 6 h 37"/>
                      <a:gd name="T6" fmla="*/ 4 w 36"/>
                      <a:gd name="T7" fmla="*/ 6 h 37"/>
                      <a:gd name="T8" fmla="*/ 0 w 36"/>
                      <a:gd name="T9" fmla="*/ 2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17 h 96"/>
                      <a:gd name="T2" fmla="*/ 12 w 170"/>
                      <a:gd name="T3" fmla="*/ 9 h 96"/>
                      <a:gd name="T4" fmla="*/ 24 w 170"/>
                      <a:gd name="T5" fmla="*/ 7 h 96"/>
                      <a:gd name="T6" fmla="*/ 34 w 170"/>
                      <a:gd name="T7" fmla="*/ 3 h 96"/>
                      <a:gd name="T8" fmla="*/ 27 w 170"/>
                      <a:gd name="T9" fmla="*/ 9 h 96"/>
                      <a:gd name="T10" fmla="*/ 53 w 170"/>
                      <a:gd name="T11" fmla="*/ 17 h 96"/>
                      <a:gd name="T12" fmla="*/ 69 w 170"/>
                      <a:gd name="T13" fmla="*/ 22 h 96"/>
                      <a:gd name="T14" fmla="*/ 50 w 170"/>
                      <a:gd name="T15" fmla="*/ 26 h 96"/>
                      <a:gd name="T16" fmla="*/ 38 w 170"/>
                      <a:gd name="T17" fmla="*/ 20 h 96"/>
                      <a:gd name="T18" fmla="*/ 33 w 170"/>
                      <a:gd name="T19" fmla="*/ 18 h 96"/>
                      <a:gd name="T20" fmla="*/ 10 w 170"/>
                      <a:gd name="T21" fmla="*/ 14 h 96"/>
                      <a:gd name="T22" fmla="*/ 0 w 170"/>
                      <a:gd name="T23" fmla="*/ 17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22 w 138"/>
                      <a:gd name="T3" fmla="*/ 1 h 44"/>
                      <a:gd name="T4" fmla="*/ 38 w 138"/>
                      <a:gd name="T5" fmla="*/ 8 h 44"/>
                      <a:gd name="T6" fmla="*/ 48 w 138"/>
                      <a:gd name="T7" fmla="*/ 7 h 44"/>
                      <a:gd name="T8" fmla="*/ 46 w 138"/>
                      <a:gd name="T9" fmla="*/ 15 h 44"/>
                      <a:gd name="T10" fmla="*/ 27 w 138"/>
                      <a:gd name="T11" fmla="*/ 14 h 44"/>
                      <a:gd name="T12" fmla="*/ 0 w 138"/>
                      <a:gd name="T13" fmla="*/ 12 h 44"/>
                      <a:gd name="T14" fmla="*/ 12 w 138"/>
                      <a:gd name="T15" fmla="*/ 7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7 w 57"/>
                      <a:gd name="T1" fmla="*/ 8 h 42"/>
                      <a:gd name="T2" fmla="*/ 16 w 57"/>
                      <a:gd name="T3" fmla="*/ 4 h 42"/>
                      <a:gd name="T4" fmla="*/ 7 w 57"/>
                      <a:gd name="T5" fmla="*/ 8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8 w 39"/>
                      <a:gd name="T1" fmla="*/ 11 h 52"/>
                      <a:gd name="T2" fmla="*/ 8 w 39"/>
                      <a:gd name="T3" fmla="*/ 0 h 52"/>
                      <a:gd name="T4" fmla="*/ 8 w 39"/>
                      <a:gd name="T5" fmla="*/ 11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2 w 44"/>
                      <a:gd name="T1" fmla="*/ 3 h 80"/>
                      <a:gd name="T2" fmla="*/ 9 w 44"/>
                      <a:gd name="T3" fmla="*/ 11 h 80"/>
                      <a:gd name="T4" fmla="*/ 10 w 44"/>
                      <a:gd name="T5" fmla="*/ 17 h 80"/>
                      <a:gd name="T6" fmla="*/ 16 w 44"/>
                      <a:gd name="T7" fmla="*/ 18 h 80"/>
                      <a:gd name="T8" fmla="*/ 10 w 44"/>
                      <a:gd name="T9" fmla="*/ 25 h 80"/>
                      <a:gd name="T10" fmla="*/ 0 w 44"/>
                      <a:gd name="T11" fmla="*/ 7 h 80"/>
                      <a:gd name="T12" fmla="*/ 2 w 44"/>
                      <a:gd name="T13" fmla="*/ 3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40 w 323"/>
                      <a:gd name="T1" fmla="*/ 1 h 64"/>
                      <a:gd name="T2" fmla="*/ 147 w 323"/>
                      <a:gd name="T3" fmla="*/ 5 h 64"/>
                      <a:gd name="T4" fmla="*/ 149 w 323"/>
                      <a:gd name="T5" fmla="*/ 0 h 64"/>
                      <a:gd name="T6" fmla="*/ 168 w 323"/>
                      <a:gd name="T7" fmla="*/ 0 h 64"/>
                      <a:gd name="T8" fmla="*/ 182 w 323"/>
                      <a:gd name="T9" fmla="*/ 11 h 64"/>
                      <a:gd name="T10" fmla="*/ 202 w 323"/>
                      <a:gd name="T11" fmla="*/ 6 h 64"/>
                      <a:gd name="T12" fmla="*/ 199 w 323"/>
                      <a:gd name="T13" fmla="*/ 19 h 64"/>
                      <a:gd name="T14" fmla="*/ 189 w 323"/>
                      <a:gd name="T15" fmla="*/ 29 h 64"/>
                      <a:gd name="T16" fmla="*/ 187 w 323"/>
                      <a:gd name="T17" fmla="*/ 19 h 64"/>
                      <a:gd name="T18" fmla="*/ 182 w 323"/>
                      <a:gd name="T19" fmla="*/ 20 h 64"/>
                      <a:gd name="T20" fmla="*/ 177 w 323"/>
                      <a:gd name="T21" fmla="*/ 19 h 64"/>
                      <a:gd name="T22" fmla="*/ 167 w 323"/>
                      <a:gd name="T23" fmla="*/ 13 h 64"/>
                      <a:gd name="T24" fmla="*/ 145 w 323"/>
                      <a:gd name="T25" fmla="*/ 24 h 64"/>
                      <a:gd name="T26" fmla="*/ 128 w 323"/>
                      <a:gd name="T27" fmla="*/ 28 h 64"/>
                      <a:gd name="T28" fmla="*/ 135 w 323"/>
                      <a:gd name="T29" fmla="*/ 37 h 64"/>
                      <a:gd name="T30" fmla="*/ 119 w 323"/>
                      <a:gd name="T31" fmla="*/ 40 h 64"/>
                      <a:gd name="T32" fmla="*/ 107 w 323"/>
                      <a:gd name="T33" fmla="*/ 39 h 64"/>
                      <a:gd name="T34" fmla="*/ 112 w 323"/>
                      <a:gd name="T35" fmla="*/ 37 h 64"/>
                      <a:gd name="T36" fmla="*/ 109 w 323"/>
                      <a:gd name="T37" fmla="*/ 26 h 64"/>
                      <a:gd name="T38" fmla="*/ 107 w 323"/>
                      <a:gd name="T39" fmla="*/ 20 h 64"/>
                      <a:gd name="T40" fmla="*/ 100 w 323"/>
                      <a:gd name="T41" fmla="*/ 15 h 64"/>
                      <a:gd name="T42" fmla="*/ 90 w 323"/>
                      <a:gd name="T43" fmla="*/ 17 h 64"/>
                      <a:gd name="T44" fmla="*/ 85 w 323"/>
                      <a:gd name="T45" fmla="*/ 17 h 64"/>
                      <a:gd name="T46" fmla="*/ 78 w 323"/>
                      <a:gd name="T47" fmla="*/ 16 h 64"/>
                      <a:gd name="T48" fmla="*/ 53 w 323"/>
                      <a:gd name="T49" fmla="*/ 1 h 64"/>
                      <a:gd name="T50" fmla="*/ 37 w 323"/>
                      <a:gd name="T51" fmla="*/ 9 h 64"/>
                      <a:gd name="T52" fmla="*/ 1 w 323"/>
                      <a:gd name="T53" fmla="*/ 0 h 64"/>
                      <a:gd name="T54" fmla="*/ 14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67 w 300"/>
                      <a:gd name="T1" fmla="*/ 20 h 31"/>
                      <a:gd name="T2" fmla="*/ 19 w 300"/>
                      <a:gd name="T3" fmla="*/ 1 h 31"/>
                      <a:gd name="T4" fmla="*/ 181 w 300"/>
                      <a:gd name="T5" fmla="*/ 0 h 31"/>
                      <a:gd name="T6" fmla="*/ 187 w 300"/>
                      <a:gd name="T7" fmla="*/ 9 h 31"/>
                      <a:gd name="T8" fmla="*/ 167 w 300"/>
                      <a:gd name="T9" fmla="*/ 10 h 31"/>
                      <a:gd name="T10" fmla="*/ 67 w 300"/>
                      <a:gd name="T11" fmla="*/ 20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07" r:id="rId3"/>
    <p:sldLayoutId id="2147483908" r:id="rId4"/>
    <p:sldLayoutId id="2147483909" r:id="rId5"/>
    <p:sldLayoutId id="2147483917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667000"/>
            <a:ext cx="6934200" cy="1905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2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Futures Markets and Central Counterparties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 Copyright © John C. Hull 2021</a:t>
            </a: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0DBCB1-60F5-45E1-B1E8-8132B2D7093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8135937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Convergence of Futures to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Spot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(Figure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2.1)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267200" y="1447800"/>
            <a:ext cx="4667250" cy="48006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 Copyright © John C. Hull 2021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72E6674-154E-4579-B09B-C50BF0C9F43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7174" name="Group 38"/>
          <p:cNvGrpSpPr>
            <a:grpSpLocks/>
          </p:cNvGrpSpPr>
          <p:nvPr/>
        </p:nvGrpSpPr>
        <p:grpSpPr bwMode="auto">
          <a:xfrm>
            <a:off x="1905000" y="2552700"/>
            <a:ext cx="6324600" cy="2857500"/>
            <a:chOff x="781050" y="2552700"/>
            <a:chExt cx="7705725" cy="3603625"/>
          </a:xfrm>
        </p:grpSpPr>
        <p:sp>
          <p:nvSpPr>
            <p:cNvPr id="7175" name="Line 4"/>
            <p:cNvSpPr>
              <a:spLocks noChangeShapeType="1"/>
            </p:cNvSpPr>
            <p:nvPr/>
          </p:nvSpPr>
          <p:spPr bwMode="auto">
            <a:xfrm>
              <a:off x="781050" y="2552700"/>
              <a:ext cx="0" cy="304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Line 5"/>
            <p:cNvSpPr>
              <a:spLocks noChangeShapeType="1"/>
            </p:cNvSpPr>
            <p:nvPr/>
          </p:nvSpPr>
          <p:spPr bwMode="auto">
            <a:xfrm>
              <a:off x="781050" y="5600700"/>
              <a:ext cx="3352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Rectangle 6"/>
            <p:cNvSpPr>
              <a:spLocks noChangeArrowheads="1"/>
            </p:cNvSpPr>
            <p:nvPr/>
          </p:nvSpPr>
          <p:spPr bwMode="auto">
            <a:xfrm>
              <a:off x="3508375" y="5195888"/>
              <a:ext cx="692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Time</a:t>
              </a:r>
            </a:p>
          </p:txBody>
        </p:sp>
        <p:grpSp>
          <p:nvGrpSpPr>
            <p:cNvPr id="7178" name="Group 7"/>
            <p:cNvGrpSpPr>
              <a:grpSpLocks/>
            </p:cNvGrpSpPr>
            <p:nvPr/>
          </p:nvGrpSpPr>
          <p:grpSpPr bwMode="auto">
            <a:xfrm>
              <a:off x="992188" y="3240088"/>
              <a:ext cx="2644775" cy="1566862"/>
              <a:chOff x="625" y="2041"/>
              <a:chExt cx="1666" cy="987"/>
            </a:xfrm>
          </p:grpSpPr>
          <p:grpSp>
            <p:nvGrpSpPr>
              <p:cNvPr id="7198" name="Group 8"/>
              <p:cNvGrpSpPr>
                <a:grpSpLocks/>
              </p:cNvGrpSpPr>
              <p:nvPr/>
            </p:nvGrpSpPr>
            <p:grpSpPr bwMode="auto">
              <a:xfrm>
                <a:off x="766" y="2041"/>
                <a:ext cx="1521" cy="680"/>
                <a:chOff x="766" y="2041"/>
                <a:chExt cx="1521" cy="680"/>
              </a:xfrm>
            </p:grpSpPr>
            <p:sp>
              <p:nvSpPr>
                <p:cNvPr id="7204" name="Arc 9"/>
                <p:cNvSpPr>
                  <a:spLocks/>
                </p:cNvSpPr>
                <p:nvPr/>
              </p:nvSpPr>
              <p:spPr bwMode="auto">
                <a:xfrm rot="-2820000">
                  <a:off x="766" y="2041"/>
                  <a:ext cx="672" cy="6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5" name="Arc 10"/>
                <p:cNvSpPr>
                  <a:spLocks/>
                </p:cNvSpPr>
                <p:nvPr/>
              </p:nvSpPr>
              <p:spPr bwMode="auto">
                <a:xfrm rot="2820000">
                  <a:off x="1759" y="2193"/>
                  <a:ext cx="528" cy="52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6" name="Line 11"/>
                <p:cNvSpPr>
                  <a:spLocks noChangeShapeType="1"/>
                </p:cNvSpPr>
                <p:nvPr/>
              </p:nvSpPr>
              <p:spPr bwMode="auto">
                <a:xfrm>
                  <a:off x="1579" y="2364"/>
                  <a:ext cx="75" cy="7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199" name="Group 12"/>
              <p:cNvGrpSpPr>
                <a:grpSpLocks/>
              </p:cNvGrpSpPr>
              <p:nvPr/>
            </p:nvGrpSpPr>
            <p:grpSpPr bwMode="auto">
              <a:xfrm>
                <a:off x="778" y="2283"/>
                <a:ext cx="1513" cy="745"/>
                <a:chOff x="778" y="2283"/>
                <a:chExt cx="1513" cy="745"/>
              </a:xfrm>
            </p:grpSpPr>
            <p:sp>
              <p:nvSpPr>
                <p:cNvPr id="7201" name="Arc 13"/>
                <p:cNvSpPr>
                  <a:spLocks/>
                </p:cNvSpPr>
                <p:nvPr/>
              </p:nvSpPr>
              <p:spPr bwMode="auto">
                <a:xfrm rot="-3660000">
                  <a:off x="778" y="2356"/>
                  <a:ext cx="672" cy="6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2" name="Arc 14"/>
                <p:cNvSpPr>
                  <a:spLocks/>
                </p:cNvSpPr>
                <p:nvPr/>
              </p:nvSpPr>
              <p:spPr bwMode="auto">
                <a:xfrm rot="1980000">
                  <a:off x="1763" y="2283"/>
                  <a:ext cx="528" cy="52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3" name="Line 15"/>
                <p:cNvSpPr>
                  <a:spLocks noChangeShapeType="1"/>
                </p:cNvSpPr>
                <p:nvPr/>
              </p:nvSpPr>
              <p:spPr bwMode="auto">
                <a:xfrm>
                  <a:off x="1573" y="2563"/>
                  <a:ext cx="92" cy="5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200" name="Line 16"/>
              <p:cNvSpPr>
                <a:spLocks noChangeShapeType="1"/>
              </p:cNvSpPr>
              <p:nvPr/>
            </p:nvSpPr>
            <p:spPr bwMode="auto">
              <a:xfrm flipH="1">
                <a:off x="625" y="2826"/>
                <a:ext cx="39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79" name="Line 17"/>
            <p:cNvSpPr>
              <a:spLocks noChangeShapeType="1"/>
            </p:cNvSpPr>
            <p:nvPr/>
          </p:nvSpPr>
          <p:spPr bwMode="auto">
            <a:xfrm>
              <a:off x="5067300" y="2552700"/>
              <a:ext cx="0" cy="304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Line 18"/>
            <p:cNvSpPr>
              <a:spLocks noChangeShapeType="1"/>
            </p:cNvSpPr>
            <p:nvPr/>
          </p:nvSpPr>
          <p:spPr bwMode="auto">
            <a:xfrm>
              <a:off x="5067300" y="5600700"/>
              <a:ext cx="3352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Rectangle 19"/>
            <p:cNvSpPr>
              <a:spLocks noChangeArrowheads="1"/>
            </p:cNvSpPr>
            <p:nvPr/>
          </p:nvSpPr>
          <p:spPr bwMode="auto">
            <a:xfrm>
              <a:off x="7794625" y="5195888"/>
              <a:ext cx="692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Time</a:t>
              </a:r>
            </a:p>
          </p:txBody>
        </p:sp>
        <p:grpSp>
          <p:nvGrpSpPr>
            <p:cNvPr id="7182" name="Group 20"/>
            <p:cNvGrpSpPr>
              <a:grpSpLocks/>
            </p:cNvGrpSpPr>
            <p:nvPr/>
          </p:nvGrpSpPr>
          <p:grpSpPr bwMode="auto">
            <a:xfrm>
              <a:off x="5319713" y="3240088"/>
              <a:ext cx="2644775" cy="1566862"/>
              <a:chOff x="3351" y="2041"/>
              <a:chExt cx="1666" cy="987"/>
            </a:xfrm>
          </p:grpSpPr>
          <p:grpSp>
            <p:nvGrpSpPr>
              <p:cNvPr id="7189" name="Group 21"/>
              <p:cNvGrpSpPr>
                <a:grpSpLocks/>
              </p:cNvGrpSpPr>
              <p:nvPr/>
            </p:nvGrpSpPr>
            <p:grpSpPr bwMode="auto">
              <a:xfrm>
                <a:off x="3492" y="2041"/>
                <a:ext cx="1521" cy="680"/>
                <a:chOff x="3492" y="2041"/>
                <a:chExt cx="1521" cy="680"/>
              </a:xfrm>
            </p:grpSpPr>
            <p:sp>
              <p:nvSpPr>
                <p:cNvPr id="7195" name="Arc 22"/>
                <p:cNvSpPr>
                  <a:spLocks/>
                </p:cNvSpPr>
                <p:nvPr/>
              </p:nvSpPr>
              <p:spPr bwMode="auto">
                <a:xfrm rot="-2820000">
                  <a:off x="3492" y="2041"/>
                  <a:ext cx="672" cy="6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6" name="Arc 23"/>
                <p:cNvSpPr>
                  <a:spLocks/>
                </p:cNvSpPr>
                <p:nvPr/>
              </p:nvSpPr>
              <p:spPr bwMode="auto">
                <a:xfrm rot="2820000">
                  <a:off x="4485" y="2193"/>
                  <a:ext cx="528" cy="52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7" name="Line 24"/>
                <p:cNvSpPr>
                  <a:spLocks noChangeShapeType="1"/>
                </p:cNvSpPr>
                <p:nvPr/>
              </p:nvSpPr>
              <p:spPr bwMode="auto">
                <a:xfrm>
                  <a:off x="4305" y="2364"/>
                  <a:ext cx="75" cy="7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190" name="Group 25"/>
              <p:cNvGrpSpPr>
                <a:grpSpLocks/>
              </p:cNvGrpSpPr>
              <p:nvPr/>
            </p:nvGrpSpPr>
            <p:grpSpPr bwMode="auto">
              <a:xfrm>
                <a:off x="3504" y="2283"/>
                <a:ext cx="1513" cy="745"/>
                <a:chOff x="3504" y="2283"/>
                <a:chExt cx="1513" cy="745"/>
              </a:xfrm>
            </p:grpSpPr>
            <p:sp>
              <p:nvSpPr>
                <p:cNvPr id="7192" name="Arc 26"/>
                <p:cNvSpPr>
                  <a:spLocks/>
                </p:cNvSpPr>
                <p:nvPr/>
              </p:nvSpPr>
              <p:spPr bwMode="auto">
                <a:xfrm rot="-3660000">
                  <a:off x="3504" y="2356"/>
                  <a:ext cx="672" cy="6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3" name="Arc 27"/>
                <p:cNvSpPr>
                  <a:spLocks/>
                </p:cNvSpPr>
                <p:nvPr/>
              </p:nvSpPr>
              <p:spPr bwMode="auto">
                <a:xfrm rot="1980000">
                  <a:off x="4489" y="2283"/>
                  <a:ext cx="528" cy="52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4" name="Line 28"/>
                <p:cNvSpPr>
                  <a:spLocks noChangeShapeType="1"/>
                </p:cNvSpPr>
                <p:nvPr/>
              </p:nvSpPr>
              <p:spPr bwMode="auto">
                <a:xfrm>
                  <a:off x="4299" y="2563"/>
                  <a:ext cx="92" cy="5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191" name="Line 29"/>
              <p:cNvSpPr>
                <a:spLocks noChangeShapeType="1"/>
              </p:cNvSpPr>
              <p:nvPr/>
            </p:nvSpPr>
            <p:spPr bwMode="auto">
              <a:xfrm flipH="1">
                <a:off x="3351" y="2826"/>
                <a:ext cx="39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83" name="Rectangle 30"/>
            <p:cNvSpPr>
              <a:spLocks noChangeArrowheads="1"/>
            </p:cNvSpPr>
            <p:nvPr/>
          </p:nvSpPr>
          <p:spPr bwMode="auto">
            <a:xfrm>
              <a:off x="2327275" y="5699125"/>
              <a:ext cx="557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itchFamily="18" charset="0"/>
                </a:rPr>
                <a:t>(a)</a:t>
              </a:r>
            </a:p>
          </p:txBody>
        </p:sp>
        <p:sp>
          <p:nvSpPr>
            <p:cNvPr id="7184" name="Rectangle 31"/>
            <p:cNvSpPr>
              <a:spLocks noChangeArrowheads="1"/>
            </p:cNvSpPr>
            <p:nvPr/>
          </p:nvSpPr>
          <p:spPr bwMode="auto">
            <a:xfrm>
              <a:off x="6613525" y="5699125"/>
              <a:ext cx="557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itchFamily="18" charset="0"/>
                </a:rPr>
                <a:t>(b)</a:t>
              </a:r>
            </a:p>
          </p:txBody>
        </p:sp>
        <p:sp>
          <p:nvSpPr>
            <p:cNvPr id="7185" name="Rectangle 32"/>
            <p:cNvSpPr>
              <a:spLocks noChangeArrowheads="1"/>
            </p:cNvSpPr>
            <p:nvPr/>
          </p:nvSpPr>
          <p:spPr bwMode="auto">
            <a:xfrm>
              <a:off x="2736850" y="3298825"/>
              <a:ext cx="978482" cy="73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itchFamily="18" charset="0"/>
                </a:rPr>
                <a:t>Futures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itchFamily="18" charset="0"/>
                </a:rPr>
                <a:t>Price</a:t>
              </a:r>
            </a:p>
          </p:txBody>
        </p:sp>
        <p:sp>
          <p:nvSpPr>
            <p:cNvPr id="7186" name="Rectangle 33"/>
            <p:cNvSpPr>
              <a:spLocks noChangeArrowheads="1"/>
            </p:cNvSpPr>
            <p:nvPr/>
          </p:nvSpPr>
          <p:spPr bwMode="auto">
            <a:xfrm>
              <a:off x="5827713" y="3994151"/>
              <a:ext cx="978482" cy="73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itchFamily="18" charset="0"/>
                </a:rPr>
                <a:t>Futures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itchFamily="18" charset="0"/>
                </a:rPr>
                <a:t>Price</a:t>
              </a:r>
            </a:p>
          </p:txBody>
        </p:sp>
        <p:sp>
          <p:nvSpPr>
            <p:cNvPr id="7187" name="Rectangle 34"/>
            <p:cNvSpPr>
              <a:spLocks noChangeArrowheads="1"/>
            </p:cNvSpPr>
            <p:nvPr/>
          </p:nvSpPr>
          <p:spPr bwMode="auto">
            <a:xfrm>
              <a:off x="1260475" y="4098925"/>
              <a:ext cx="1263626" cy="427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itchFamily="18" charset="0"/>
                </a:rPr>
                <a:t>Spot Price</a:t>
              </a:r>
            </a:p>
          </p:txBody>
        </p:sp>
        <p:sp>
          <p:nvSpPr>
            <p:cNvPr id="7188" name="Rectangle 35"/>
            <p:cNvSpPr>
              <a:spLocks noChangeArrowheads="1"/>
            </p:cNvSpPr>
            <p:nvPr/>
          </p:nvSpPr>
          <p:spPr bwMode="auto">
            <a:xfrm>
              <a:off x="6819900" y="3498850"/>
              <a:ext cx="1263626" cy="427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imes New Roman" pitchFamily="18" charset="0"/>
                </a:rPr>
                <a:t>Spot Price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 of a Futures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Trade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43" name="Rectangle 5"/>
          <p:cNvSpPr>
            <a:spLocks noGrp="1" noChangeArrowheads="1"/>
          </p:cNvSpPr>
          <p:nvPr>
            <p:ph idx="1"/>
          </p:nvPr>
        </p:nvSpPr>
        <p:spPr>
          <a:xfrm>
            <a:off x="990600" y="2171960"/>
            <a:ext cx="7162800" cy="35956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retail trader takes a long position in 2 December gold futures contracts on June 5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contract size is 100 oz.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futures price is US$1,750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initial margin requirement is US$6,000/contract (US$12,000 in total)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maintenance margin is US$4,500/contract (US$9,000 in total)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 Copyright © John C. Hull 2021</a:t>
            </a: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E33534-6909-46F5-A409-4794578269F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024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1024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A Possible Outcome </a:t>
            </a:r>
            <a:r>
              <a:rPr lang="en-CA" altLang="en-US" sz="2000" dirty="0" smtClean="0"/>
              <a:t>(Table 2.1)</a:t>
            </a:r>
            <a:endParaRPr lang="en-US" altLang="en-US" sz="2000" dirty="0" smtClean="0"/>
          </a:p>
        </p:txBody>
      </p:sp>
      <p:sp>
        <p:nvSpPr>
          <p:cNvPr id="1126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 Copyright © John C. Hull 2021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92070B-76C6-4582-A666-6E62B1D9D6F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27395727"/>
              </p:ext>
            </p:extLst>
          </p:nvPr>
        </p:nvGraphicFramePr>
        <p:xfrm>
          <a:off x="990600" y="2133600"/>
          <a:ext cx="7239000" cy="39322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640131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Day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Trade</a:t>
                      </a:r>
                      <a:r>
                        <a:rPr lang="en-CA" sz="1800" baseline="0" dirty="0" smtClean="0"/>
                        <a:t> Price ($)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Settle</a:t>
                      </a:r>
                      <a:r>
                        <a:rPr lang="en-CA" sz="1800" baseline="0" dirty="0" smtClean="0"/>
                        <a:t> </a:t>
                      </a:r>
                      <a:r>
                        <a:rPr lang="en-CA" sz="1800" dirty="0" smtClean="0"/>
                        <a:t>Price</a:t>
                      </a:r>
                      <a:r>
                        <a:rPr lang="en-CA" sz="1800" baseline="0" dirty="0" smtClean="0"/>
                        <a:t> </a:t>
                      </a:r>
                      <a:r>
                        <a:rPr lang="en-CA" sz="1800" dirty="0" smtClean="0"/>
                        <a:t>($)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Daily Gain ($)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err="1" smtClean="0"/>
                        <a:t>Cumul</a:t>
                      </a:r>
                      <a:r>
                        <a:rPr lang="en-CA" sz="1800" dirty="0" smtClean="0"/>
                        <a:t>. Gain</a:t>
                      </a:r>
                      <a:r>
                        <a:rPr lang="en-CA" sz="1800" baseline="0" dirty="0" smtClean="0"/>
                        <a:t> ($)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Margin Balance</a:t>
                      </a:r>
                      <a:r>
                        <a:rPr lang="en-CA" sz="1800" baseline="0" dirty="0" smtClean="0"/>
                        <a:t> </a:t>
                      </a:r>
                      <a:r>
                        <a:rPr lang="en-CA" sz="1800" dirty="0" smtClean="0"/>
                        <a:t>($)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Margin Call ($)</a:t>
                      </a:r>
                      <a:endParaRPr lang="en-US" sz="18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600" dirty="0" smtClean="0"/>
                        <a:t>1,750.00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12,000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1,741.00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−1,800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− 1,800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10,200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2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1,738.30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  −540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</a:t>
                      </a:r>
                      <a:r>
                        <a:rPr lang="en-US" sz="1600" dirty="0" smtClean="0"/>
                        <a:t>−</a:t>
                      </a:r>
                      <a:r>
                        <a:rPr lang="en-CA" sz="1600" dirty="0" smtClean="0"/>
                        <a:t>2,340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 9,660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…..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6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1,736.20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−</a:t>
                      </a:r>
                      <a:r>
                        <a:rPr lang="en-CA" sz="1600" dirty="0" smtClean="0"/>
                        <a:t>780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−2,760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 9,240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7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1,729.90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−</a:t>
                      </a:r>
                      <a:r>
                        <a:rPr lang="en-CA" sz="1600" dirty="0" smtClean="0"/>
                        <a:t>1,260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</a:t>
                      </a:r>
                      <a:r>
                        <a:rPr lang="en-US" sz="1600" dirty="0" smtClean="0"/>
                        <a:t>−</a:t>
                      </a:r>
                      <a:r>
                        <a:rPr lang="en-CA" sz="1600" dirty="0" smtClean="0"/>
                        <a:t>4,020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 7,980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4,020</a:t>
                      </a:r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8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1,730.80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     180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−3,840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12,180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5790"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16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600" dirty="0" smtClean="0"/>
                        <a:t>1,726.90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     780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−4,620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15,180</a:t>
                      </a:r>
                      <a:endParaRPr lang="en-US" sz="16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Rectangle 4"/>
          <p:cNvSpPr>
            <a:spLocks noGrp="1" noChangeArrowheads="1"/>
          </p:cNvSpPr>
          <p:nvPr>
            <p:ph type="title"/>
          </p:nvPr>
        </p:nvSpPr>
        <p:spPr>
          <a:xfrm>
            <a:off x="246063" y="762000"/>
            <a:ext cx="7772400" cy="990600"/>
          </a:xfrm>
        </p:spPr>
        <p:txBody>
          <a:bodyPr lIns="90488" tIns="44450" rIns="90488" bIns="4445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130000"/>
                  </a:schemeClr>
                </a:solidFill>
              </a:rPr>
              <a:t>Forward Contracts vs Futures </a:t>
            </a: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>Contracts (Table 2.3) </a:t>
            </a:r>
            <a:endParaRPr lang="en-US" sz="3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 Edition,  Copyright © John C. Hull 2021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B3BE0A-E126-4A80-944F-C42EE20B045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2765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27655" name="Rectangle 18"/>
          <p:cNvSpPr>
            <a:spLocks noChangeArrowheads="1"/>
          </p:cNvSpPr>
          <p:nvPr/>
        </p:nvSpPr>
        <p:spPr bwMode="auto">
          <a:xfrm>
            <a:off x="5310188" y="4695825"/>
            <a:ext cx="3228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itchFamily="18" charset="0"/>
              </a:rPr>
              <a:t>Contract usually closed out</a:t>
            </a:r>
          </a:p>
        </p:txBody>
      </p:sp>
      <p:grpSp>
        <p:nvGrpSpPr>
          <p:cNvPr id="27656" name="Group 34"/>
          <p:cNvGrpSpPr>
            <a:grpSpLocks/>
          </p:cNvGrpSpPr>
          <p:nvPr/>
        </p:nvGrpSpPr>
        <p:grpSpPr bwMode="auto">
          <a:xfrm>
            <a:off x="1371600" y="2057400"/>
            <a:ext cx="6940550" cy="3908425"/>
            <a:chOff x="968375" y="1905000"/>
            <a:chExt cx="7343775" cy="4060825"/>
          </a:xfrm>
        </p:grpSpPr>
        <p:sp>
          <p:nvSpPr>
            <p:cNvPr id="27657" name="Rectangle 14"/>
            <p:cNvSpPr>
              <a:spLocks noChangeArrowheads="1"/>
            </p:cNvSpPr>
            <p:nvPr/>
          </p:nvSpPr>
          <p:spPr bwMode="auto">
            <a:xfrm>
              <a:off x="6429375" y="5830888"/>
              <a:ext cx="12700" cy="476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58" name="Rectangle 5"/>
            <p:cNvSpPr>
              <a:spLocks noChangeArrowheads="1"/>
            </p:cNvSpPr>
            <p:nvPr/>
          </p:nvSpPr>
          <p:spPr bwMode="auto">
            <a:xfrm>
              <a:off x="968375" y="2557463"/>
              <a:ext cx="40163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Private contract between 2 parties</a:t>
              </a:r>
            </a:p>
          </p:txBody>
        </p:sp>
        <p:sp>
          <p:nvSpPr>
            <p:cNvPr id="27659" name="Rectangle 6"/>
            <p:cNvSpPr>
              <a:spLocks noChangeArrowheads="1"/>
            </p:cNvSpPr>
            <p:nvPr/>
          </p:nvSpPr>
          <p:spPr bwMode="auto">
            <a:xfrm>
              <a:off x="5824538" y="2557463"/>
              <a:ext cx="2100262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Exchange traded</a:t>
              </a:r>
            </a:p>
          </p:txBody>
        </p:sp>
        <p:sp>
          <p:nvSpPr>
            <p:cNvPr id="27660" name="Rectangle 7"/>
            <p:cNvSpPr>
              <a:spLocks noChangeArrowheads="1"/>
            </p:cNvSpPr>
            <p:nvPr/>
          </p:nvSpPr>
          <p:spPr bwMode="auto">
            <a:xfrm>
              <a:off x="1563688" y="3090863"/>
              <a:ext cx="2690812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Non-standard contract</a:t>
              </a:r>
            </a:p>
          </p:txBody>
        </p:sp>
        <p:sp>
          <p:nvSpPr>
            <p:cNvPr id="27661" name="Rectangle 8"/>
            <p:cNvSpPr>
              <a:spLocks noChangeArrowheads="1"/>
            </p:cNvSpPr>
            <p:nvPr/>
          </p:nvSpPr>
          <p:spPr bwMode="auto">
            <a:xfrm>
              <a:off x="5732463" y="3090863"/>
              <a:ext cx="2182812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Standard contract</a:t>
              </a:r>
            </a:p>
          </p:txBody>
        </p:sp>
        <p:sp>
          <p:nvSpPr>
            <p:cNvPr id="27662" name="Rectangle 9"/>
            <p:cNvSpPr>
              <a:spLocks noChangeArrowheads="1"/>
            </p:cNvSpPr>
            <p:nvPr/>
          </p:nvSpPr>
          <p:spPr bwMode="auto">
            <a:xfrm>
              <a:off x="1111250" y="3625850"/>
              <a:ext cx="38100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Usually 1 specified delivery date</a:t>
              </a:r>
            </a:p>
          </p:txBody>
        </p:sp>
        <p:sp>
          <p:nvSpPr>
            <p:cNvPr id="27663" name="Rectangle 10"/>
            <p:cNvSpPr>
              <a:spLocks noChangeArrowheads="1"/>
            </p:cNvSpPr>
            <p:nvPr/>
          </p:nvSpPr>
          <p:spPr bwMode="auto">
            <a:xfrm>
              <a:off x="5464175" y="3625850"/>
              <a:ext cx="28479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Range of delivery dates</a:t>
              </a:r>
            </a:p>
          </p:txBody>
        </p:sp>
        <p:sp>
          <p:nvSpPr>
            <p:cNvPr id="27664" name="Rectangle 11"/>
            <p:cNvSpPr>
              <a:spLocks noChangeArrowheads="1"/>
            </p:cNvSpPr>
            <p:nvPr/>
          </p:nvSpPr>
          <p:spPr bwMode="auto">
            <a:xfrm>
              <a:off x="1792288" y="4160838"/>
              <a:ext cx="2998787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Settled at end of contract</a:t>
              </a:r>
            </a:p>
          </p:txBody>
        </p:sp>
        <p:sp>
          <p:nvSpPr>
            <p:cNvPr id="27665" name="Rectangle 12"/>
            <p:cNvSpPr>
              <a:spLocks noChangeArrowheads="1"/>
            </p:cNvSpPr>
            <p:nvPr/>
          </p:nvSpPr>
          <p:spPr bwMode="auto">
            <a:xfrm>
              <a:off x="6037263" y="4160838"/>
              <a:ext cx="15652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Settled daily</a:t>
              </a:r>
            </a:p>
          </p:txBody>
        </p:sp>
        <p:sp>
          <p:nvSpPr>
            <p:cNvPr id="27666" name="Rectangle 13"/>
            <p:cNvSpPr>
              <a:spLocks noChangeArrowheads="1"/>
            </p:cNvSpPr>
            <p:nvPr/>
          </p:nvSpPr>
          <p:spPr bwMode="auto">
            <a:xfrm>
              <a:off x="1066800" y="5943600"/>
              <a:ext cx="3629025" cy="4763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67" name="Rectangle 15"/>
            <p:cNvSpPr>
              <a:spLocks noChangeArrowheads="1"/>
            </p:cNvSpPr>
            <p:nvPr/>
          </p:nvSpPr>
          <p:spPr bwMode="auto">
            <a:xfrm>
              <a:off x="4648200" y="5943600"/>
              <a:ext cx="3473450" cy="4763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68" name="Rectangle 16"/>
            <p:cNvSpPr>
              <a:spLocks noChangeArrowheads="1"/>
            </p:cNvSpPr>
            <p:nvPr/>
          </p:nvSpPr>
          <p:spPr bwMode="auto">
            <a:xfrm>
              <a:off x="1636713" y="4695825"/>
              <a:ext cx="2538412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Delivery or final cash</a:t>
              </a:r>
            </a:p>
          </p:txBody>
        </p:sp>
        <p:sp>
          <p:nvSpPr>
            <p:cNvPr id="27669" name="Rectangle 17"/>
            <p:cNvSpPr>
              <a:spLocks noChangeArrowheads="1"/>
            </p:cNvSpPr>
            <p:nvPr/>
          </p:nvSpPr>
          <p:spPr bwMode="auto">
            <a:xfrm>
              <a:off x="1566863" y="4992688"/>
              <a:ext cx="3030537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settlement usually occurs</a:t>
              </a:r>
            </a:p>
          </p:txBody>
        </p:sp>
        <p:sp>
          <p:nvSpPr>
            <p:cNvPr id="27670" name="Rectangle 19"/>
            <p:cNvSpPr>
              <a:spLocks noChangeArrowheads="1"/>
            </p:cNvSpPr>
            <p:nvPr/>
          </p:nvSpPr>
          <p:spPr bwMode="auto">
            <a:xfrm>
              <a:off x="5791200" y="4992688"/>
              <a:ext cx="1941513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prior to maturity</a:t>
              </a:r>
            </a:p>
          </p:txBody>
        </p:sp>
        <p:sp>
          <p:nvSpPr>
            <p:cNvPr id="27671" name="Rectangle 20"/>
            <p:cNvSpPr>
              <a:spLocks noChangeArrowheads="1"/>
            </p:cNvSpPr>
            <p:nvPr/>
          </p:nvSpPr>
          <p:spPr bwMode="auto">
            <a:xfrm>
              <a:off x="1025525" y="1905000"/>
              <a:ext cx="3629025" cy="4763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72" name="Rectangle 21"/>
            <p:cNvSpPr>
              <a:spLocks noChangeArrowheads="1"/>
            </p:cNvSpPr>
            <p:nvPr/>
          </p:nvSpPr>
          <p:spPr bwMode="auto">
            <a:xfrm>
              <a:off x="6429375" y="1905000"/>
              <a:ext cx="12700" cy="4763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73" name="Rectangle 22"/>
            <p:cNvSpPr>
              <a:spLocks noChangeArrowheads="1"/>
            </p:cNvSpPr>
            <p:nvPr/>
          </p:nvSpPr>
          <p:spPr bwMode="auto">
            <a:xfrm>
              <a:off x="4699000" y="1905000"/>
              <a:ext cx="3473450" cy="4763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74" name="Rectangle 23"/>
            <p:cNvSpPr>
              <a:spLocks noChangeArrowheads="1"/>
            </p:cNvSpPr>
            <p:nvPr/>
          </p:nvSpPr>
          <p:spPr bwMode="auto">
            <a:xfrm>
              <a:off x="2052638" y="2105025"/>
              <a:ext cx="16795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imes New Roman" pitchFamily="18" charset="0"/>
                </a:rPr>
                <a:t>FORWARDS</a:t>
              </a:r>
            </a:p>
          </p:txBody>
        </p:sp>
        <p:sp>
          <p:nvSpPr>
            <p:cNvPr id="27675" name="Rectangle 24"/>
            <p:cNvSpPr>
              <a:spLocks noChangeArrowheads="1"/>
            </p:cNvSpPr>
            <p:nvPr/>
          </p:nvSpPr>
          <p:spPr bwMode="auto">
            <a:xfrm>
              <a:off x="6089650" y="2105025"/>
              <a:ext cx="13843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imes New Roman" pitchFamily="18" charset="0"/>
                </a:rPr>
                <a:t>FUTURES</a:t>
              </a:r>
            </a:p>
          </p:txBody>
        </p:sp>
        <p:sp>
          <p:nvSpPr>
            <p:cNvPr id="27676" name="Rectangle 25"/>
            <p:cNvSpPr>
              <a:spLocks noChangeArrowheads="1"/>
            </p:cNvSpPr>
            <p:nvPr/>
          </p:nvSpPr>
          <p:spPr bwMode="auto">
            <a:xfrm>
              <a:off x="1019175" y="2497138"/>
              <a:ext cx="3641725" cy="127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77" name="Rectangle 26"/>
            <p:cNvSpPr>
              <a:spLocks noChangeArrowheads="1"/>
            </p:cNvSpPr>
            <p:nvPr/>
          </p:nvSpPr>
          <p:spPr bwMode="auto">
            <a:xfrm>
              <a:off x="6435725" y="2490788"/>
              <a:ext cx="25400" cy="254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78" name="Rectangle 27"/>
            <p:cNvSpPr>
              <a:spLocks noChangeArrowheads="1"/>
            </p:cNvSpPr>
            <p:nvPr/>
          </p:nvSpPr>
          <p:spPr bwMode="auto">
            <a:xfrm>
              <a:off x="4687888" y="2497138"/>
              <a:ext cx="3497262" cy="127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7679" name="Text Box 30"/>
            <p:cNvSpPr txBox="1">
              <a:spLocks noChangeArrowheads="1"/>
            </p:cNvSpPr>
            <p:nvPr/>
          </p:nvSpPr>
          <p:spPr bwMode="auto">
            <a:xfrm>
              <a:off x="2057400" y="5486400"/>
              <a:ext cx="2209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CA" altLang="en-US" sz="1800">
                  <a:latin typeface="Times New Roman" pitchFamily="18" charset="0"/>
                </a:rPr>
                <a:t>Some credit risk</a:t>
              </a:r>
            </a:p>
          </p:txBody>
        </p:sp>
        <p:sp>
          <p:nvSpPr>
            <p:cNvPr id="27680" name="Text Box 31"/>
            <p:cNvSpPr txBox="1">
              <a:spLocks noChangeArrowheads="1"/>
            </p:cNvSpPr>
            <p:nvPr/>
          </p:nvSpPr>
          <p:spPr bwMode="auto">
            <a:xfrm>
              <a:off x="5638800" y="5562600"/>
              <a:ext cx="2667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CA" altLang="en-US" sz="1800">
                  <a:latin typeface="Times New Roman" pitchFamily="18" charset="0"/>
                </a:rPr>
                <a:t>Virtually no credit risk</a:t>
              </a:r>
            </a:p>
          </p:txBody>
        </p:sp>
        <p:sp>
          <p:nvSpPr>
            <p:cNvPr id="27681" name="Text Box 46"/>
            <p:cNvSpPr txBox="1">
              <a:spLocks noChangeArrowheads="1"/>
            </p:cNvSpPr>
            <p:nvPr/>
          </p:nvSpPr>
          <p:spPr bwMode="auto">
            <a:xfrm>
              <a:off x="5851525" y="5599113"/>
              <a:ext cx="184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CA" altLang="en-US" sz="1800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Ch01HullOFOD8thlEdition</Template>
  <TotalTime>592</TotalTime>
  <Words>328</Words>
  <Application>Microsoft Office PowerPoint</Application>
  <PresentationFormat>Diavetítés a képernyőre (4:3 oldalarány)</PresentationFormat>
  <Paragraphs>101</Paragraphs>
  <Slides>5</Slides>
  <Notes>5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Global</vt:lpstr>
      <vt:lpstr>Chapter 2 Futures Markets and Central Counterparties</vt:lpstr>
      <vt:lpstr>Convergence of Futures to Spot (Figure 2.1)</vt:lpstr>
      <vt:lpstr>Example of a Futures Trade</vt:lpstr>
      <vt:lpstr>A Possible Outcome (Table 2.1)</vt:lpstr>
      <vt:lpstr>Forward Contracts vs Futures Contracts (Table 2.3) </vt:lpstr>
    </vt:vector>
  </TitlesOfParts>
  <Company>Joseph L. Rotman School of Management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Futures Markets and Central Counterparties</dc:title>
  <dc:subject>Options, Futures, and Other Derivatives, 11e</dc:subject>
  <dc:creator>John C. Hull</dc:creator>
  <cp:keywords>Chapter 2</cp:keywords>
  <dc:description>Copyright 2021 by John C. Hull. All Rights Reserved. Published 2021</dc:description>
  <cp:lastModifiedBy>Milan</cp:lastModifiedBy>
  <cp:revision>54</cp:revision>
  <dcterms:created xsi:type="dcterms:W3CDTF">2008-05-29T16:38:10Z</dcterms:created>
  <dcterms:modified xsi:type="dcterms:W3CDTF">2022-10-19T22:16:29Z</dcterms:modified>
</cp:coreProperties>
</file>